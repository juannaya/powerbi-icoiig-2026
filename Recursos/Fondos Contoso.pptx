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1" r:id="rId2"/>
    <p:sldId id="277" r:id="rId3"/>
    <p:sldId id="273" r:id="rId4"/>
    <p:sldId id="267" r:id="rId5"/>
    <p:sldId id="256" r:id="rId6"/>
    <p:sldId id="276" r:id="rId7"/>
    <p:sldId id="259" r:id="rId8"/>
    <p:sldId id="270" r:id="rId9"/>
    <p:sldId id="260" r:id="rId10"/>
    <p:sldId id="263" r:id="rId11"/>
    <p:sldId id="265" r:id="rId12"/>
    <p:sldId id="268" r:id="rId13"/>
    <p:sldId id="269" r:id="rId14"/>
    <p:sldId id="266" r:id="rId15"/>
    <p:sldId id="264" r:id="rId16"/>
    <p:sldId id="261" r:id="rId17"/>
    <p:sldId id="257" r:id="rId18"/>
    <p:sldId id="262" r:id="rId19"/>
    <p:sldId id="274" r:id="rId20"/>
    <p:sldId id="275" r:id="rId21"/>
    <p:sldId id="272" r:id="rId22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F5BCC"/>
    <a:srgbClr val="E98A17"/>
    <a:srgbClr val="FDB813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80953A2-9347-4548-AAF4-6B5D40419709}" v="3" dt="2026-04-08T15:22:55.31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768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UAN NAYA" userId="b6326d2b-e2b2-48c6-abf7-776dd5914920" providerId="ADAL" clId="{3A2C6918-C6DD-402B-A387-EFA5978523B9}"/>
    <pc:docChg chg="custSel addSld delSld modSld">
      <pc:chgData name="JUAN NAYA" userId="b6326d2b-e2b2-48c6-abf7-776dd5914920" providerId="ADAL" clId="{3A2C6918-C6DD-402B-A387-EFA5978523B9}" dt="2026-04-08T15:22:57.382" v="603" actId="1076"/>
      <pc:docMkLst>
        <pc:docMk/>
      </pc:docMkLst>
      <pc:sldChg chg="modSp mod">
        <pc:chgData name="JUAN NAYA" userId="b6326d2b-e2b2-48c6-abf7-776dd5914920" providerId="ADAL" clId="{3A2C6918-C6DD-402B-A387-EFA5978523B9}" dt="2026-04-08T07:07:59.597" v="599" actId="1076"/>
        <pc:sldMkLst>
          <pc:docMk/>
          <pc:sldMk cId="2352102786" sldId="274"/>
        </pc:sldMkLst>
        <pc:picChg chg="mod">
          <ac:chgData name="JUAN NAYA" userId="b6326d2b-e2b2-48c6-abf7-776dd5914920" providerId="ADAL" clId="{3A2C6918-C6DD-402B-A387-EFA5978523B9}" dt="2026-04-08T07:07:59.597" v="599" actId="1076"/>
          <ac:picMkLst>
            <pc:docMk/>
            <pc:sldMk cId="2352102786" sldId="274"/>
            <ac:picMk id="7" creationId="{F07FFFDF-A12C-A952-50CA-0D78F8FD1198}"/>
          </ac:picMkLst>
        </pc:picChg>
        <pc:picChg chg="mod">
          <ac:chgData name="JUAN NAYA" userId="b6326d2b-e2b2-48c6-abf7-776dd5914920" providerId="ADAL" clId="{3A2C6918-C6DD-402B-A387-EFA5978523B9}" dt="2026-04-08T07:07:56.965" v="598" actId="1076"/>
          <ac:picMkLst>
            <pc:docMk/>
            <pc:sldMk cId="2352102786" sldId="274"/>
            <ac:picMk id="21" creationId="{D4CE465C-B5BD-30F7-11D4-7F511073983C}"/>
          </ac:picMkLst>
        </pc:picChg>
      </pc:sldChg>
      <pc:sldChg chg="addSp modSp mod">
        <pc:chgData name="JUAN NAYA" userId="b6326d2b-e2b2-48c6-abf7-776dd5914920" providerId="ADAL" clId="{3A2C6918-C6DD-402B-A387-EFA5978523B9}" dt="2026-04-08T15:22:57.382" v="603" actId="1076"/>
        <pc:sldMkLst>
          <pc:docMk/>
          <pc:sldMk cId="2536941214" sldId="275"/>
        </pc:sldMkLst>
        <pc:picChg chg="add mod">
          <ac:chgData name="JUAN NAYA" userId="b6326d2b-e2b2-48c6-abf7-776dd5914920" providerId="ADAL" clId="{3A2C6918-C6DD-402B-A387-EFA5978523B9}" dt="2026-04-08T15:21:56.174" v="601" actId="1076"/>
          <ac:picMkLst>
            <pc:docMk/>
            <pc:sldMk cId="2536941214" sldId="275"/>
            <ac:picMk id="4" creationId="{9AB00B3B-5DC0-355F-F481-440DACFD0E22}"/>
          </ac:picMkLst>
        </pc:picChg>
        <pc:picChg chg="add mod">
          <ac:chgData name="JUAN NAYA" userId="b6326d2b-e2b2-48c6-abf7-776dd5914920" providerId="ADAL" clId="{3A2C6918-C6DD-402B-A387-EFA5978523B9}" dt="2026-04-08T15:22:57.382" v="603" actId="1076"/>
          <ac:picMkLst>
            <pc:docMk/>
            <pc:sldMk cId="2536941214" sldId="275"/>
            <ac:picMk id="8" creationId="{833DD760-1B75-98D3-9E15-533F19105478}"/>
          </ac:picMkLst>
        </pc:picChg>
      </pc:sldChg>
      <pc:sldChg chg="modSp mod">
        <pc:chgData name="JUAN NAYA" userId="b6326d2b-e2b2-48c6-abf7-776dd5914920" providerId="ADAL" clId="{3A2C6918-C6DD-402B-A387-EFA5978523B9}" dt="2026-04-08T04:34:42.777" v="0" actId="1076"/>
        <pc:sldMkLst>
          <pc:docMk/>
          <pc:sldMk cId="1398019755" sldId="277"/>
        </pc:sldMkLst>
        <pc:picChg chg="mod">
          <ac:chgData name="JUAN NAYA" userId="b6326d2b-e2b2-48c6-abf7-776dd5914920" providerId="ADAL" clId="{3A2C6918-C6DD-402B-A387-EFA5978523B9}" dt="2026-04-08T04:34:42.777" v="0" actId="1076"/>
          <ac:picMkLst>
            <pc:docMk/>
            <pc:sldMk cId="1398019755" sldId="277"/>
            <ac:picMk id="5" creationId="{F7F7D762-D4DF-E602-CD52-7BF6DB3E79DF}"/>
          </ac:picMkLst>
        </pc:picChg>
      </pc:sldChg>
      <pc:sldChg chg="addSp delSp modSp new del mod setBg">
        <pc:chgData name="JUAN NAYA" userId="b6326d2b-e2b2-48c6-abf7-776dd5914920" providerId="ADAL" clId="{3A2C6918-C6DD-402B-A387-EFA5978523B9}" dt="2026-04-08T05:12:19.135" v="597" actId="2696"/>
        <pc:sldMkLst>
          <pc:docMk/>
          <pc:sldMk cId="1230741692" sldId="278"/>
        </pc:sldMkLst>
        <pc:spChg chg="add del">
          <ac:chgData name="JUAN NAYA" userId="b6326d2b-e2b2-48c6-abf7-776dd5914920" providerId="ADAL" clId="{3A2C6918-C6DD-402B-A387-EFA5978523B9}" dt="2026-04-08T05:06:54.417" v="7"/>
          <ac:spMkLst>
            <pc:docMk/>
            <pc:sldMk cId="1230741692" sldId="278"/>
            <ac:spMk id="2" creationId="{4BDBA881-B74F-4B20-90D0-CA3F9FC7B472}"/>
          </ac:spMkLst>
        </pc:spChg>
        <pc:spChg chg="add del mod">
          <ac:chgData name="JUAN NAYA" userId="b6326d2b-e2b2-48c6-abf7-776dd5914920" providerId="ADAL" clId="{3A2C6918-C6DD-402B-A387-EFA5978523B9}" dt="2026-04-08T05:06:54.418" v="8"/>
          <ac:spMkLst>
            <pc:docMk/>
            <pc:sldMk cId="1230741692" sldId="278"/>
            <ac:spMk id="3" creationId="{ED1FAED5-BC45-4C40-BDFC-A8DFB1165BE1}"/>
          </ac:spMkLst>
        </pc:spChg>
        <pc:spChg chg="add mod ord">
          <ac:chgData name="JUAN NAYA" userId="b6326d2b-e2b2-48c6-abf7-776dd5914920" providerId="ADAL" clId="{3A2C6918-C6DD-402B-A387-EFA5978523B9}" dt="2026-04-08T05:07:12.284" v="14"/>
          <ac:spMkLst>
            <pc:docMk/>
            <pc:sldMk cId="1230741692" sldId="278"/>
            <ac:spMk id="4" creationId="{9571436C-4EC2-43A2-9776-5928017BCB35}"/>
          </ac:spMkLst>
        </pc:spChg>
        <pc:spChg chg="add mod ord">
          <ac:chgData name="JUAN NAYA" userId="b6326d2b-e2b2-48c6-abf7-776dd5914920" providerId="ADAL" clId="{3A2C6918-C6DD-402B-A387-EFA5978523B9}" dt="2026-04-08T05:07:12.285" v="18"/>
          <ac:spMkLst>
            <pc:docMk/>
            <pc:sldMk cId="1230741692" sldId="278"/>
            <ac:spMk id="5" creationId="{3D2049A2-989C-4C83-B4F5-092D8D9BE4A0}"/>
          </ac:spMkLst>
        </pc:spChg>
        <pc:spChg chg="add mod">
          <ac:chgData name="JUAN NAYA" userId="b6326d2b-e2b2-48c6-abf7-776dd5914920" providerId="ADAL" clId="{3A2C6918-C6DD-402B-A387-EFA5978523B9}" dt="2026-04-08T05:07:12.286" v="21"/>
          <ac:spMkLst>
            <pc:docMk/>
            <pc:sldMk cId="1230741692" sldId="278"/>
            <ac:spMk id="6" creationId="{49A45908-D109-42E6-8E59-51D45FAE7829}"/>
          </ac:spMkLst>
        </pc:spChg>
        <pc:spChg chg="add mod">
          <ac:chgData name="JUAN NAYA" userId="b6326d2b-e2b2-48c6-abf7-776dd5914920" providerId="ADAL" clId="{3A2C6918-C6DD-402B-A387-EFA5978523B9}" dt="2026-04-08T05:07:12.287" v="24"/>
          <ac:spMkLst>
            <pc:docMk/>
            <pc:sldMk cId="1230741692" sldId="278"/>
            <ac:spMk id="7" creationId="{D8156EF0-11F6-464A-A834-1129426B20BA}"/>
          </ac:spMkLst>
        </pc:spChg>
        <pc:spChg chg="add mod">
          <ac:chgData name="JUAN NAYA" userId="b6326d2b-e2b2-48c6-abf7-776dd5914920" providerId="ADAL" clId="{3A2C6918-C6DD-402B-A387-EFA5978523B9}" dt="2026-04-08T05:07:12.287" v="27"/>
          <ac:spMkLst>
            <pc:docMk/>
            <pc:sldMk cId="1230741692" sldId="278"/>
            <ac:spMk id="8" creationId="{0358B74D-4021-4BDF-8747-F59C49CA875E}"/>
          </ac:spMkLst>
        </pc:spChg>
        <pc:spChg chg="add mod">
          <ac:chgData name="JUAN NAYA" userId="b6326d2b-e2b2-48c6-abf7-776dd5914920" providerId="ADAL" clId="{3A2C6918-C6DD-402B-A387-EFA5978523B9}" dt="2026-04-08T05:07:12.288" v="30"/>
          <ac:spMkLst>
            <pc:docMk/>
            <pc:sldMk cId="1230741692" sldId="278"/>
            <ac:spMk id="9" creationId="{5F739EE1-E657-41A5-9C58-66B018485BC0}"/>
          </ac:spMkLst>
        </pc:spChg>
        <pc:spChg chg="add mod">
          <ac:chgData name="JUAN NAYA" userId="b6326d2b-e2b2-48c6-abf7-776dd5914920" providerId="ADAL" clId="{3A2C6918-C6DD-402B-A387-EFA5978523B9}" dt="2026-04-08T05:07:12.289" v="33"/>
          <ac:spMkLst>
            <pc:docMk/>
            <pc:sldMk cId="1230741692" sldId="278"/>
            <ac:spMk id="10" creationId="{16FF4D06-89A2-4BDA-B8C1-BE800625EB0E}"/>
          </ac:spMkLst>
        </pc:spChg>
        <pc:spChg chg="add mod">
          <ac:chgData name="JUAN NAYA" userId="b6326d2b-e2b2-48c6-abf7-776dd5914920" providerId="ADAL" clId="{3A2C6918-C6DD-402B-A387-EFA5978523B9}" dt="2026-04-08T05:07:12.290" v="36"/>
          <ac:spMkLst>
            <pc:docMk/>
            <pc:sldMk cId="1230741692" sldId="278"/>
            <ac:spMk id="11" creationId="{92C62949-2766-478F-A722-A70DEB84B54E}"/>
          </ac:spMkLst>
        </pc:spChg>
        <pc:spChg chg="add mod">
          <ac:chgData name="JUAN NAYA" userId="b6326d2b-e2b2-48c6-abf7-776dd5914920" providerId="ADAL" clId="{3A2C6918-C6DD-402B-A387-EFA5978523B9}" dt="2026-04-08T05:07:12.291" v="39"/>
          <ac:spMkLst>
            <pc:docMk/>
            <pc:sldMk cId="1230741692" sldId="278"/>
            <ac:spMk id="12" creationId="{AB0A692D-D25C-48B2-8D96-2462BCA88CA8}"/>
          </ac:spMkLst>
        </pc:spChg>
        <pc:spChg chg="add mod">
          <ac:chgData name="JUAN NAYA" userId="b6326d2b-e2b2-48c6-abf7-776dd5914920" providerId="ADAL" clId="{3A2C6918-C6DD-402B-A387-EFA5978523B9}" dt="2026-04-08T05:07:12.292" v="42"/>
          <ac:spMkLst>
            <pc:docMk/>
            <pc:sldMk cId="1230741692" sldId="278"/>
            <ac:spMk id="13" creationId="{BCA519DC-4DDB-4208-8B9D-15AE4EEE4065}"/>
          </ac:spMkLst>
        </pc:spChg>
        <pc:spChg chg="add mod">
          <ac:chgData name="JUAN NAYA" userId="b6326d2b-e2b2-48c6-abf7-776dd5914920" providerId="ADAL" clId="{3A2C6918-C6DD-402B-A387-EFA5978523B9}" dt="2026-04-08T05:07:12.292" v="45"/>
          <ac:spMkLst>
            <pc:docMk/>
            <pc:sldMk cId="1230741692" sldId="278"/>
            <ac:spMk id="14" creationId="{109C7576-447F-48DA-B65A-E4DFCB0BFA0E}"/>
          </ac:spMkLst>
        </pc:spChg>
        <pc:spChg chg="add mod">
          <ac:chgData name="JUAN NAYA" userId="b6326d2b-e2b2-48c6-abf7-776dd5914920" providerId="ADAL" clId="{3A2C6918-C6DD-402B-A387-EFA5978523B9}" dt="2026-04-08T05:07:12.293" v="48"/>
          <ac:spMkLst>
            <pc:docMk/>
            <pc:sldMk cId="1230741692" sldId="278"/>
            <ac:spMk id="15" creationId="{77EF3331-8D3F-476A-8AF6-D611D9989C08}"/>
          </ac:spMkLst>
        </pc:spChg>
        <pc:spChg chg="add mod">
          <ac:chgData name="JUAN NAYA" userId="b6326d2b-e2b2-48c6-abf7-776dd5914920" providerId="ADAL" clId="{3A2C6918-C6DD-402B-A387-EFA5978523B9}" dt="2026-04-08T05:07:12.294" v="51"/>
          <ac:spMkLst>
            <pc:docMk/>
            <pc:sldMk cId="1230741692" sldId="278"/>
            <ac:spMk id="16" creationId="{7CE3B6DE-31E6-4725-A4B3-8DAEDE694EAB}"/>
          </ac:spMkLst>
        </pc:spChg>
      </pc:sldChg>
      <pc:sldChg chg="new del">
        <pc:chgData name="JUAN NAYA" userId="b6326d2b-e2b2-48c6-abf7-776dd5914920" providerId="ADAL" clId="{3A2C6918-C6DD-402B-A387-EFA5978523B9}" dt="2026-04-08T04:59:58.200" v="2"/>
        <pc:sldMkLst>
          <pc:docMk/>
          <pc:sldMk cId="2664149910" sldId="278"/>
        </pc:sldMkLst>
      </pc:sldChg>
      <pc:sldChg chg="addSp modSp new del mod setBg">
        <pc:chgData name="JUAN NAYA" userId="b6326d2b-e2b2-48c6-abf7-776dd5914920" providerId="ADAL" clId="{3A2C6918-C6DD-402B-A387-EFA5978523B9}" dt="2026-04-08T05:12:19.135" v="597" actId="2696"/>
        <pc:sldMkLst>
          <pc:docMk/>
          <pc:sldMk cId="3525719110" sldId="279"/>
        </pc:sldMkLst>
        <pc:spChg chg="add mod">
          <ac:chgData name="JUAN NAYA" userId="b6326d2b-e2b2-48c6-abf7-776dd5914920" providerId="ADAL" clId="{3A2C6918-C6DD-402B-A387-EFA5978523B9}" dt="2026-04-08T05:07:33.859" v="56"/>
          <ac:spMkLst>
            <pc:docMk/>
            <pc:sldMk cId="3525719110" sldId="279"/>
            <ac:spMk id="2" creationId="{D2229E4F-A5C2-469D-BCD5-46429BFE9149}"/>
          </ac:spMkLst>
        </pc:spChg>
        <pc:spChg chg="add mod">
          <ac:chgData name="JUAN NAYA" userId="b6326d2b-e2b2-48c6-abf7-776dd5914920" providerId="ADAL" clId="{3A2C6918-C6DD-402B-A387-EFA5978523B9}" dt="2026-04-08T05:07:33.861" v="59"/>
          <ac:spMkLst>
            <pc:docMk/>
            <pc:sldMk cId="3525719110" sldId="279"/>
            <ac:spMk id="3" creationId="{5E22B451-2656-4AC8-97AB-CAFE73E49960}"/>
          </ac:spMkLst>
        </pc:spChg>
        <pc:spChg chg="add mod">
          <ac:chgData name="JUAN NAYA" userId="b6326d2b-e2b2-48c6-abf7-776dd5914920" providerId="ADAL" clId="{3A2C6918-C6DD-402B-A387-EFA5978523B9}" dt="2026-04-08T05:07:33.863" v="62"/>
          <ac:spMkLst>
            <pc:docMk/>
            <pc:sldMk cId="3525719110" sldId="279"/>
            <ac:spMk id="4" creationId="{809C1F71-03EA-40A0-B84C-5DDC69AD7F75}"/>
          </ac:spMkLst>
        </pc:spChg>
        <pc:spChg chg="add mod ord">
          <ac:chgData name="JUAN NAYA" userId="b6326d2b-e2b2-48c6-abf7-776dd5914920" providerId="ADAL" clId="{3A2C6918-C6DD-402B-A387-EFA5978523B9}" dt="2026-04-08T05:07:33.865" v="66"/>
          <ac:spMkLst>
            <pc:docMk/>
            <pc:sldMk cId="3525719110" sldId="279"/>
            <ac:spMk id="5" creationId="{8CBE65B9-D954-4B56-AE3E-AD5FE2BE0322}"/>
          </ac:spMkLst>
        </pc:spChg>
        <pc:spChg chg="add mod ord">
          <ac:chgData name="JUAN NAYA" userId="b6326d2b-e2b2-48c6-abf7-776dd5914920" providerId="ADAL" clId="{3A2C6918-C6DD-402B-A387-EFA5978523B9}" dt="2026-04-08T05:07:33.868" v="70"/>
          <ac:spMkLst>
            <pc:docMk/>
            <pc:sldMk cId="3525719110" sldId="279"/>
            <ac:spMk id="6" creationId="{09E5E2F1-D6E2-4639-9DC8-C6408D06A0BD}"/>
          </ac:spMkLst>
        </pc:spChg>
        <pc:spChg chg="add mod ord">
          <ac:chgData name="JUAN NAYA" userId="b6326d2b-e2b2-48c6-abf7-776dd5914920" providerId="ADAL" clId="{3A2C6918-C6DD-402B-A387-EFA5978523B9}" dt="2026-04-08T05:07:33.870" v="74"/>
          <ac:spMkLst>
            <pc:docMk/>
            <pc:sldMk cId="3525719110" sldId="279"/>
            <ac:spMk id="7" creationId="{DD2EA134-1097-40A7-932C-9820B4A932F3}"/>
          </ac:spMkLst>
        </pc:spChg>
        <pc:spChg chg="add mod">
          <ac:chgData name="JUAN NAYA" userId="b6326d2b-e2b2-48c6-abf7-776dd5914920" providerId="ADAL" clId="{3A2C6918-C6DD-402B-A387-EFA5978523B9}" dt="2026-04-08T05:07:33.872" v="77"/>
          <ac:spMkLst>
            <pc:docMk/>
            <pc:sldMk cId="3525719110" sldId="279"/>
            <ac:spMk id="8" creationId="{7D31BABF-6449-48E8-BC68-8735897B28A3}"/>
          </ac:spMkLst>
        </pc:spChg>
        <pc:spChg chg="add mod">
          <ac:chgData name="JUAN NAYA" userId="b6326d2b-e2b2-48c6-abf7-776dd5914920" providerId="ADAL" clId="{3A2C6918-C6DD-402B-A387-EFA5978523B9}" dt="2026-04-08T05:07:33.874" v="80"/>
          <ac:spMkLst>
            <pc:docMk/>
            <pc:sldMk cId="3525719110" sldId="279"/>
            <ac:spMk id="9" creationId="{9263956D-59EE-4C7C-ADF3-075EA53C6773}"/>
          </ac:spMkLst>
        </pc:spChg>
        <pc:spChg chg="add mod">
          <ac:chgData name="JUAN NAYA" userId="b6326d2b-e2b2-48c6-abf7-776dd5914920" providerId="ADAL" clId="{3A2C6918-C6DD-402B-A387-EFA5978523B9}" dt="2026-04-08T05:07:33.876" v="83"/>
          <ac:spMkLst>
            <pc:docMk/>
            <pc:sldMk cId="3525719110" sldId="279"/>
            <ac:spMk id="10" creationId="{10E25F92-E4A5-4623-B9C2-E62521227629}"/>
          </ac:spMkLst>
        </pc:spChg>
        <pc:spChg chg="add mod">
          <ac:chgData name="JUAN NAYA" userId="b6326d2b-e2b2-48c6-abf7-776dd5914920" providerId="ADAL" clId="{3A2C6918-C6DD-402B-A387-EFA5978523B9}" dt="2026-04-08T05:07:33.878" v="86"/>
          <ac:spMkLst>
            <pc:docMk/>
            <pc:sldMk cId="3525719110" sldId="279"/>
            <ac:spMk id="11" creationId="{0D51908F-BF1F-468C-AC0C-E369FD7941BA}"/>
          </ac:spMkLst>
        </pc:spChg>
      </pc:sldChg>
      <pc:sldChg chg="addSp modSp new del mod setBg">
        <pc:chgData name="JUAN NAYA" userId="b6326d2b-e2b2-48c6-abf7-776dd5914920" providerId="ADAL" clId="{3A2C6918-C6DD-402B-A387-EFA5978523B9}" dt="2026-04-08T05:12:19.135" v="597" actId="2696"/>
        <pc:sldMkLst>
          <pc:docMk/>
          <pc:sldMk cId="2253116518" sldId="280"/>
        </pc:sldMkLst>
        <pc:spChg chg="add mod">
          <ac:chgData name="JUAN NAYA" userId="b6326d2b-e2b2-48c6-abf7-776dd5914920" providerId="ADAL" clId="{3A2C6918-C6DD-402B-A387-EFA5978523B9}" dt="2026-04-08T05:07:47.739" v="91"/>
          <ac:spMkLst>
            <pc:docMk/>
            <pc:sldMk cId="2253116518" sldId="280"/>
            <ac:spMk id="2" creationId="{FEA637DE-88AD-4B0D-BAEE-484FE348459D}"/>
          </ac:spMkLst>
        </pc:spChg>
        <pc:spChg chg="add mod">
          <ac:chgData name="JUAN NAYA" userId="b6326d2b-e2b2-48c6-abf7-776dd5914920" providerId="ADAL" clId="{3A2C6918-C6DD-402B-A387-EFA5978523B9}" dt="2026-04-08T05:07:47.742" v="94"/>
          <ac:spMkLst>
            <pc:docMk/>
            <pc:sldMk cId="2253116518" sldId="280"/>
            <ac:spMk id="3" creationId="{FDFD5C9B-D9C7-4A99-AA67-D72048722A31}"/>
          </ac:spMkLst>
        </pc:spChg>
        <pc:spChg chg="add mod">
          <ac:chgData name="JUAN NAYA" userId="b6326d2b-e2b2-48c6-abf7-776dd5914920" providerId="ADAL" clId="{3A2C6918-C6DD-402B-A387-EFA5978523B9}" dt="2026-04-08T05:07:47.745" v="97"/>
          <ac:spMkLst>
            <pc:docMk/>
            <pc:sldMk cId="2253116518" sldId="280"/>
            <ac:spMk id="4" creationId="{A3D04656-4CB6-4A20-A6F1-C5D0ACE6FD39}"/>
          </ac:spMkLst>
        </pc:spChg>
        <pc:spChg chg="add mod">
          <ac:chgData name="JUAN NAYA" userId="b6326d2b-e2b2-48c6-abf7-776dd5914920" providerId="ADAL" clId="{3A2C6918-C6DD-402B-A387-EFA5978523B9}" dt="2026-04-08T05:07:47.748" v="100"/>
          <ac:spMkLst>
            <pc:docMk/>
            <pc:sldMk cId="2253116518" sldId="280"/>
            <ac:spMk id="5" creationId="{FC08A95E-13CB-4F32-A433-B423C700BA31}"/>
          </ac:spMkLst>
        </pc:spChg>
        <pc:spChg chg="add mod">
          <ac:chgData name="JUAN NAYA" userId="b6326d2b-e2b2-48c6-abf7-776dd5914920" providerId="ADAL" clId="{3A2C6918-C6DD-402B-A387-EFA5978523B9}" dt="2026-04-08T05:07:47.750" v="103"/>
          <ac:spMkLst>
            <pc:docMk/>
            <pc:sldMk cId="2253116518" sldId="280"/>
            <ac:spMk id="6" creationId="{53BDFF82-24FD-4385-B5EC-291E78611468}"/>
          </ac:spMkLst>
        </pc:spChg>
        <pc:spChg chg="add mod">
          <ac:chgData name="JUAN NAYA" userId="b6326d2b-e2b2-48c6-abf7-776dd5914920" providerId="ADAL" clId="{3A2C6918-C6DD-402B-A387-EFA5978523B9}" dt="2026-04-08T05:07:47.753" v="106"/>
          <ac:spMkLst>
            <pc:docMk/>
            <pc:sldMk cId="2253116518" sldId="280"/>
            <ac:spMk id="7" creationId="{66AFB263-D042-442E-9AB7-3C82C481D418}"/>
          </ac:spMkLst>
        </pc:spChg>
        <pc:spChg chg="add mod">
          <ac:chgData name="JUAN NAYA" userId="b6326d2b-e2b2-48c6-abf7-776dd5914920" providerId="ADAL" clId="{3A2C6918-C6DD-402B-A387-EFA5978523B9}" dt="2026-04-08T05:07:47.756" v="109"/>
          <ac:spMkLst>
            <pc:docMk/>
            <pc:sldMk cId="2253116518" sldId="280"/>
            <ac:spMk id="8" creationId="{022E6766-D44A-47DC-B296-5CBCC81837F3}"/>
          </ac:spMkLst>
        </pc:spChg>
        <pc:spChg chg="add mod">
          <ac:chgData name="JUAN NAYA" userId="b6326d2b-e2b2-48c6-abf7-776dd5914920" providerId="ADAL" clId="{3A2C6918-C6DD-402B-A387-EFA5978523B9}" dt="2026-04-08T05:07:47.759" v="112"/>
          <ac:spMkLst>
            <pc:docMk/>
            <pc:sldMk cId="2253116518" sldId="280"/>
            <ac:spMk id="9" creationId="{0EE90AFF-A3EF-4B02-A7A0-9EEDC46CB1A6}"/>
          </ac:spMkLst>
        </pc:spChg>
        <pc:spChg chg="add mod">
          <ac:chgData name="JUAN NAYA" userId="b6326d2b-e2b2-48c6-abf7-776dd5914920" providerId="ADAL" clId="{3A2C6918-C6DD-402B-A387-EFA5978523B9}" dt="2026-04-08T05:07:47.762" v="115"/>
          <ac:spMkLst>
            <pc:docMk/>
            <pc:sldMk cId="2253116518" sldId="280"/>
            <ac:spMk id="10" creationId="{80179D1C-B7B4-4F72-B4C9-1F52EBC908A4}"/>
          </ac:spMkLst>
        </pc:spChg>
        <pc:spChg chg="add mod">
          <ac:chgData name="JUAN NAYA" userId="b6326d2b-e2b2-48c6-abf7-776dd5914920" providerId="ADAL" clId="{3A2C6918-C6DD-402B-A387-EFA5978523B9}" dt="2026-04-08T05:07:47.765" v="118"/>
          <ac:spMkLst>
            <pc:docMk/>
            <pc:sldMk cId="2253116518" sldId="280"/>
            <ac:spMk id="11" creationId="{B83D5C96-FD83-44E4-B019-698B41BCCB39}"/>
          </ac:spMkLst>
        </pc:spChg>
        <pc:spChg chg="add mod">
          <ac:chgData name="JUAN NAYA" userId="b6326d2b-e2b2-48c6-abf7-776dd5914920" providerId="ADAL" clId="{3A2C6918-C6DD-402B-A387-EFA5978523B9}" dt="2026-04-08T05:07:47.768" v="121"/>
          <ac:spMkLst>
            <pc:docMk/>
            <pc:sldMk cId="2253116518" sldId="280"/>
            <ac:spMk id="12" creationId="{68647C61-E71A-4144-BF77-FE7F1FC9818A}"/>
          </ac:spMkLst>
        </pc:spChg>
        <pc:spChg chg="add mod">
          <ac:chgData name="JUAN NAYA" userId="b6326d2b-e2b2-48c6-abf7-776dd5914920" providerId="ADAL" clId="{3A2C6918-C6DD-402B-A387-EFA5978523B9}" dt="2026-04-08T05:07:47.771" v="124"/>
          <ac:spMkLst>
            <pc:docMk/>
            <pc:sldMk cId="2253116518" sldId="280"/>
            <ac:spMk id="13" creationId="{BA212307-0431-4714-8F87-A4A6E3F68762}"/>
          </ac:spMkLst>
        </pc:spChg>
        <pc:spChg chg="add mod">
          <ac:chgData name="JUAN NAYA" userId="b6326d2b-e2b2-48c6-abf7-776dd5914920" providerId="ADAL" clId="{3A2C6918-C6DD-402B-A387-EFA5978523B9}" dt="2026-04-08T05:07:47.774" v="127"/>
          <ac:spMkLst>
            <pc:docMk/>
            <pc:sldMk cId="2253116518" sldId="280"/>
            <ac:spMk id="14" creationId="{341D97E6-CBE9-4C0B-B8BC-31A4B4D96EC2}"/>
          </ac:spMkLst>
        </pc:spChg>
        <pc:spChg chg="add mod">
          <ac:chgData name="JUAN NAYA" userId="b6326d2b-e2b2-48c6-abf7-776dd5914920" providerId="ADAL" clId="{3A2C6918-C6DD-402B-A387-EFA5978523B9}" dt="2026-04-08T05:07:47.777" v="130"/>
          <ac:spMkLst>
            <pc:docMk/>
            <pc:sldMk cId="2253116518" sldId="280"/>
            <ac:spMk id="15" creationId="{26D34E01-D375-42B5-ABD9-C39EFAF48B9C}"/>
          </ac:spMkLst>
        </pc:spChg>
        <pc:spChg chg="add mod">
          <ac:chgData name="JUAN NAYA" userId="b6326d2b-e2b2-48c6-abf7-776dd5914920" providerId="ADAL" clId="{3A2C6918-C6DD-402B-A387-EFA5978523B9}" dt="2026-04-08T05:07:47.780" v="133"/>
          <ac:spMkLst>
            <pc:docMk/>
            <pc:sldMk cId="2253116518" sldId="280"/>
            <ac:spMk id="16" creationId="{78C78702-A4C8-48E3-8FAA-8099466E6A91}"/>
          </ac:spMkLst>
        </pc:spChg>
        <pc:spChg chg="add mod">
          <ac:chgData name="JUAN NAYA" userId="b6326d2b-e2b2-48c6-abf7-776dd5914920" providerId="ADAL" clId="{3A2C6918-C6DD-402B-A387-EFA5978523B9}" dt="2026-04-08T05:07:47.783" v="136"/>
          <ac:spMkLst>
            <pc:docMk/>
            <pc:sldMk cId="2253116518" sldId="280"/>
            <ac:spMk id="17" creationId="{E1E8337D-D3C5-4539-ACDB-5EB9DD020A2F}"/>
          </ac:spMkLst>
        </pc:spChg>
        <pc:spChg chg="add mod">
          <ac:chgData name="JUAN NAYA" userId="b6326d2b-e2b2-48c6-abf7-776dd5914920" providerId="ADAL" clId="{3A2C6918-C6DD-402B-A387-EFA5978523B9}" dt="2026-04-08T05:07:47.786" v="139"/>
          <ac:spMkLst>
            <pc:docMk/>
            <pc:sldMk cId="2253116518" sldId="280"/>
            <ac:spMk id="18" creationId="{2A8DC490-8929-48A4-B8BB-FDBEF27744AB}"/>
          </ac:spMkLst>
        </pc:spChg>
        <pc:spChg chg="add mod">
          <ac:chgData name="JUAN NAYA" userId="b6326d2b-e2b2-48c6-abf7-776dd5914920" providerId="ADAL" clId="{3A2C6918-C6DD-402B-A387-EFA5978523B9}" dt="2026-04-08T05:07:47.789" v="142"/>
          <ac:spMkLst>
            <pc:docMk/>
            <pc:sldMk cId="2253116518" sldId="280"/>
            <ac:spMk id="19" creationId="{B58A858B-F44E-46DA-B918-D95DCAD4E387}"/>
          </ac:spMkLst>
        </pc:spChg>
        <pc:spChg chg="add mod">
          <ac:chgData name="JUAN NAYA" userId="b6326d2b-e2b2-48c6-abf7-776dd5914920" providerId="ADAL" clId="{3A2C6918-C6DD-402B-A387-EFA5978523B9}" dt="2026-04-08T05:07:47.792" v="145"/>
          <ac:spMkLst>
            <pc:docMk/>
            <pc:sldMk cId="2253116518" sldId="280"/>
            <ac:spMk id="20" creationId="{DDE0822A-B505-4604-A14A-DBCCE5E4222B}"/>
          </ac:spMkLst>
        </pc:spChg>
      </pc:sldChg>
      <pc:sldChg chg="addSp modSp new del mod setBg">
        <pc:chgData name="JUAN NAYA" userId="b6326d2b-e2b2-48c6-abf7-776dd5914920" providerId="ADAL" clId="{3A2C6918-C6DD-402B-A387-EFA5978523B9}" dt="2026-04-08T05:12:19.135" v="597" actId="2696"/>
        <pc:sldMkLst>
          <pc:docMk/>
          <pc:sldMk cId="1554773000" sldId="281"/>
        </pc:sldMkLst>
        <pc:spChg chg="add mod">
          <ac:chgData name="JUAN NAYA" userId="b6326d2b-e2b2-48c6-abf7-776dd5914920" providerId="ADAL" clId="{3A2C6918-C6DD-402B-A387-EFA5978523B9}" dt="2026-04-08T05:08:10.726" v="150"/>
          <ac:spMkLst>
            <pc:docMk/>
            <pc:sldMk cId="1554773000" sldId="281"/>
            <ac:spMk id="2" creationId="{550162D8-16F2-423D-A85E-3C9E80C45829}"/>
          </ac:spMkLst>
        </pc:spChg>
        <pc:spChg chg="add mod">
          <ac:chgData name="JUAN NAYA" userId="b6326d2b-e2b2-48c6-abf7-776dd5914920" providerId="ADAL" clId="{3A2C6918-C6DD-402B-A387-EFA5978523B9}" dt="2026-04-08T05:08:10.731" v="153"/>
          <ac:spMkLst>
            <pc:docMk/>
            <pc:sldMk cId="1554773000" sldId="281"/>
            <ac:spMk id="3" creationId="{3E77D358-5A4A-4296-8629-A416F2A94F8B}"/>
          </ac:spMkLst>
        </pc:spChg>
        <pc:spChg chg="add mod">
          <ac:chgData name="JUAN NAYA" userId="b6326d2b-e2b2-48c6-abf7-776dd5914920" providerId="ADAL" clId="{3A2C6918-C6DD-402B-A387-EFA5978523B9}" dt="2026-04-08T05:08:10.736" v="156"/>
          <ac:spMkLst>
            <pc:docMk/>
            <pc:sldMk cId="1554773000" sldId="281"/>
            <ac:spMk id="4" creationId="{4E1A9582-5DAE-45CC-B2BC-CF77363FDD23}"/>
          </ac:spMkLst>
        </pc:spChg>
        <pc:spChg chg="add mod">
          <ac:chgData name="JUAN NAYA" userId="b6326d2b-e2b2-48c6-abf7-776dd5914920" providerId="ADAL" clId="{3A2C6918-C6DD-402B-A387-EFA5978523B9}" dt="2026-04-08T05:08:10.742" v="159"/>
          <ac:spMkLst>
            <pc:docMk/>
            <pc:sldMk cId="1554773000" sldId="281"/>
            <ac:spMk id="5" creationId="{5FBBE087-E578-4329-A99F-DA627578B4C4}"/>
          </ac:spMkLst>
        </pc:spChg>
        <pc:spChg chg="add mod">
          <ac:chgData name="JUAN NAYA" userId="b6326d2b-e2b2-48c6-abf7-776dd5914920" providerId="ADAL" clId="{3A2C6918-C6DD-402B-A387-EFA5978523B9}" dt="2026-04-08T05:08:10.747" v="162"/>
          <ac:spMkLst>
            <pc:docMk/>
            <pc:sldMk cId="1554773000" sldId="281"/>
            <ac:spMk id="6" creationId="{40CCD75D-C20E-405D-BE24-02ED055E0A0A}"/>
          </ac:spMkLst>
        </pc:spChg>
        <pc:spChg chg="add mod">
          <ac:chgData name="JUAN NAYA" userId="b6326d2b-e2b2-48c6-abf7-776dd5914920" providerId="ADAL" clId="{3A2C6918-C6DD-402B-A387-EFA5978523B9}" dt="2026-04-08T05:08:10.753" v="165"/>
          <ac:spMkLst>
            <pc:docMk/>
            <pc:sldMk cId="1554773000" sldId="281"/>
            <ac:spMk id="7" creationId="{D2843992-DA5E-4BAC-BE89-CB113BECD71A}"/>
          </ac:spMkLst>
        </pc:spChg>
        <pc:spChg chg="add mod">
          <ac:chgData name="JUAN NAYA" userId="b6326d2b-e2b2-48c6-abf7-776dd5914920" providerId="ADAL" clId="{3A2C6918-C6DD-402B-A387-EFA5978523B9}" dt="2026-04-08T05:08:10.758" v="168"/>
          <ac:spMkLst>
            <pc:docMk/>
            <pc:sldMk cId="1554773000" sldId="281"/>
            <ac:spMk id="8" creationId="{79DC0C45-8BDC-437B-83CF-59749F69A74A}"/>
          </ac:spMkLst>
        </pc:spChg>
        <pc:spChg chg="add mod">
          <ac:chgData name="JUAN NAYA" userId="b6326d2b-e2b2-48c6-abf7-776dd5914920" providerId="ADAL" clId="{3A2C6918-C6DD-402B-A387-EFA5978523B9}" dt="2026-04-08T05:08:10.763" v="171"/>
          <ac:spMkLst>
            <pc:docMk/>
            <pc:sldMk cId="1554773000" sldId="281"/>
            <ac:spMk id="9" creationId="{91483979-149F-487F-8E14-1621E822F51B}"/>
          </ac:spMkLst>
        </pc:spChg>
        <pc:spChg chg="add mod">
          <ac:chgData name="JUAN NAYA" userId="b6326d2b-e2b2-48c6-abf7-776dd5914920" providerId="ADAL" clId="{3A2C6918-C6DD-402B-A387-EFA5978523B9}" dt="2026-04-08T05:08:10.768" v="174"/>
          <ac:spMkLst>
            <pc:docMk/>
            <pc:sldMk cId="1554773000" sldId="281"/>
            <ac:spMk id="10" creationId="{654467C2-F50B-449B-96A7-28E972CF680A}"/>
          </ac:spMkLst>
        </pc:spChg>
        <pc:spChg chg="add mod">
          <ac:chgData name="JUAN NAYA" userId="b6326d2b-e2b2-48c6-abf7-776dd5914920" providerId="ADAL" clId="{3A2C6918-C6DD-402B-A387-EFA5978523B9}" dt="2026-04-08T05:08:10.773" v="177"/>
          <ac:spMkLst>
            <pc:docMk/>
            <pc:sldMk cId="1554773000" sldId="281"/>
            <ac:spMk id="11" creationId="{65673138-5AAC-46EA-9AD6-083AB3893E13}"/>
          </ac:spMkLst>
        </pc:spChg>
        <pc:spChg chg="add mod">
          <ac:chgData name="JUAN NAYA" userId="b6326d2b-e2b2-48c6-abf7-776dd5914920" providerId="ADAL" clId="{3A2C6918-C6DD-402B-A387-EFA5978523B9}" dt="2026-04-08T05:08:10.778" v="180"/>
          <ac:spMkLst>
            <pc:docMk/>
            <pc:sldMk cId="1554773000" sldId="281"/>
            <ac:spMk id="12" creationId="{D542FD22-1AC0-4E1D-908C-86C64F90670E}"/>
          </ac:spMkLst>
        </pc:spChg>
        <pc:spChg chg="add mod">
          <ac:chgData name="JUAN NAYA" userId="b6326d2b-e2b2-48c6-abf7-776dd5914920" providerId="ADAL" clId="{3A2C6918-C6DD-402B-A387-EFA5978523B9}" dt="2026-04-08T05:08:10.783" v="183"/>
          <ac:spMkLst>
            <pc:docMk/>
            <pc:sldMk cId="1554773000" sldId="281"/>
            <ac:spMk id="13" creationId="{D23744BE-5750-4D79-8BFF-6440BD57963E}"/>
          </ac:spMkLst>
        </pc:spChg>
        <pc:spChg chg="add mod">
          <ac:chgData name="JUAN NAYA" userId="b6326d2b-e2b2-48c6-abf7-776dd5914920" providerId="ADAL" clId="{3A2C6918-C6DD-402B-A387-EFA5978523B9}" dt="2026-04-08T05:08:10.788" v="186"/>
          <ac:spMkLst>
            <pc:docMk/>
            <pc:sldMk cId="1554773000" sldId="281"/>
            <ac:spMk id="14" creationId="{A92B0A0B-3047-4EA1-837C-D6A0EBBE71F2}"/>
          </ac:spMkLst>
        </pc:spChg>
        <pc:spChg chg="add mod">
          <ac:chgData name="JUAN NAYA" userId="b6326d2b-e2b2-48c6-abf7-776dd5914920" providerId="ADAL" clId="{3A2C6918-C6DD-402B-A387-EFA5978523B9}" dt="2026-04-08T05:08:10.792" v="189"/>
          <ac:spMkLst>
            <pc:docMk/>
            <pc:sldMk cId="1554773000" sldId="281"/>
            <ac:spMk id="15" creationId="{107AA237-0841-42A1-B396-8C817FEDD56A}"/>
          </ac:spMkLst>
        </pc:spChg>
        <pc:spChg chg="add mod">
          <ac:chgData name="JUAN NAYA" userId="b6326d2b-e2b2-48c6-abf7-776dd5914920" providerId="ADAL" clId="{3A2C6918-C6DD-402B-A387-EFA5978523B9}" dt="2026-04-08T05:08:10.798" v="192"/>
          <ac:spMkLst>
            <pc:docMk/>
            <pc:sldMk cId="1554773000" sldId="281"/>
            <ac:spMk id="16" creationId="{E82D55FB-EB75-4E0C-9EE2-1C85EA7742D2}"/>
          </ac:spMkLst>
        </pc:spChg>
        <pc:spChg chg="add mod">
          <ac:chgData name="JUAN NAYA" userId="b6326d2b-e2b2-48c6-abf7-776dd5914920" providerId="ADAL" clId="{3A2C6918-C6DD-402B-A387-EFA5978523B9}" dt="2026-04-08T05:08:10.803" v="195"/>
          <ac:spMkLst>
            <pc:docMk/>
            <pc:sldMk cId="1554773000" sldId="281"/>
            <ac:spMk id="17" creationId="{980FE7E9-97F9-477A-9704-21F6269E0A06}"/>
          </ac:spMkLst>
        </pc:spChg>
        <pc:spChg chg="add mod">
          <ac:chgData name="JUAN NAYA" userId="b6326d2b-e2b2-48c6-abf7-776dd5914920" providerId="ADAL" clId="{3A2C6918-C6DD-402B-A387-EFA5978523B9}" dt="2026-04-08T05:08:10.807" v="198"/>
          <ac:spMkLst>
            <pc:docMk/>
            <pc:sldMk cId="1554773000" sldId="281"/>
            <ac:spMk id="18" creationId="{0DEAB192-8017-4DA2-BCC4-B736D3406D3C}"/>
          </ac:spMkLst>
        </pc:spChg>
        <pc:spChg chg="add mod">
          <ac:chgData name="JUAN NAYA" userId="b6326d2b-e2b2-48c6-abf7-776dd5914920" providerId="ADAL" clId="{3A2C6918-C6DD-402B-A387-EFA5978523B9}" dt="2026-04-08T05:08:10.813" v="201"/>
          <ac:spMkLst>
            <pc:docMk/>
            <pc:sldMk cId="1554773000" sldId="281"/>
            <ac:spMk id="19" creationId="{35E0F74B-5887-4A09-BC28-BDAE14BEBD47}"/>
          </ac:spMkLst>
        </pc:spChg>
        <pc:spChg chg="add mod">
          <ac:chgData name="JUAN NAYA" userId="b6326d2b-e2b2-48c6-abf7-776dd5914920" providerId="ADAL" clId="{3A2C6918-C6DD-402B-A387-EFA5978523B9}" dt="2026-04-08T05:08:10.818" v="204"/>
          <ac:spMkLst>
            <pc:docMk/>
            <pc:sldMk cId="1554773000" sldId="281"/>
            <ac:spMk id="20" creationId="{12F47E86-F4F7-4A33-8F93-EF149F6B2342}"/>
          </ac:spMkLst>
        </pc:spChg>
        <pc:spChg chg="add mod">
          <ac:chgData name="JUAN NAYA" userId="b6326d2b-e2b2-48c6-abf7-776dd5914920" providerId="ADAL" clId="{3A2C6918-C6DD-402B-A387-EFA5978523B9}" dt="2026-04-08T05:08:10.822" v="207"/>
          <ac:spMkLst>
            <pc:docMk/>
            <pc:sldMk cId="1554773000" sldId="281"/>
            <ac:spMk id="21" creationId="{7CB5F9C5-BC6A-44ED-9D95-B57547B21373}"/>
          </ac:spMkLst>
        </pc:spChg>
        <pc:spChg chg="add mod">
          <ac:chgData name="JUAN NAYA" userId="b6326d2b-e2b2-48c6-abf7-776dd5914920" providerId="ADAL" clId="{3A2C6918-C6DD-402B-A387-EFA5978523B9}" dt="2026-04-08T05:08:10.828" v="210"/>
          <ac:spMkLst>
            <pc:docMk/>
            <pc:sldMk cId="1554773000" sldId="281"/>
            <ac:spMk id="22" creationId="{05D0E296-2C71-4AA3-807C-6D644032BC65}"/>
          </ac:spMkLst>
        </pc:spChg>
        <pc:spChg chg="add mod">
          <ac:chgData name="JUAN NAYA" userId="b6326d2b-e2b2-48c6-abf7-776dd5914920" providerId="ADAL" clId="{3A2C6918-C6DD-402B-A387-EFA5978523B9}" dt="2026-04-08T05:08:10.833" v="213"/>
          <ac:spMkLst>
            <pc:docMk/>
            <pc:sldMk cId="1554773000" sldId="281"/>
            <ac:spMk id="23" creationId="{C5BF8244-A605-45C8-A4E5-F1A4E28F52CD}"/>
          </ac:spMkLst>
        </pc:spChg>
        <pc:spChg chg="add mod">
          <ac:chgData name="JUAN NAYA" userId="b6326d2b-e2b2-48c6-abf7-776dd5914920" providerId="ADAL" clId="{3A2C6918-C6DD-402B-A387-EFA5978523B9}" dt="2026-04-08T05:08:10.838" v="216"/>
          <ac:spMkLst>
            <pc:docMk/>
            <pc:sldMk cId="1554773000" sldId="281"/>
            <ac:spMk id="24" creationId="{318DBADD-DFDD-4494-B524-BB374E6F8C35}"/>
          </ac:spMkLst>
        </pc:spChg>
        <pc:spChg chg="add mod">
          <ac:chgData name="JUAN NAYA" userId="b6326d2b-e2b2-48c6-abf7-776dd5914920" providerId="ADAL" clId="{3A2C6918-C6DD-402B-A387-EFA5978523B9}" dt="2026-04-08T05:08:10.843" v="219"/>
          <ac:spMkLst>
            <pc:docMk/>
            <pc:sldMk cId="1554773000" sldId="281"/>
            <ac:spMk id="25" creationId="{9BDC1227-418D-4947-8A6A-049023E4A0FB}"/>
          </ac:spMkLst>
        </pc:spChg>
        <pc:spChg chg="add mod">
          <ac:chgData name="JUAN NAYA" userId="b6326d2b-e2b2-48c6-abf7-776dd5914920" providerId="ADAL" clId="{3A2C6918-C6DD-402B-A387-EFA5978523B9}" dt="2026-04-08T05:08:10.848" v="222"/>
          <ac:spMkLst>
            <pc:docMk/>
            <pc:sldMk cId="1554773000" sldId="281"/>
            <ac:spMk id="26" creationId="{0C91576C-1FD9-4C01-AC05-743C7CF56682}"/>
          </ac:spMkLst>
        </pc:spChg>
        <pc:spChg chg="add mod">
          <ac:chgData name="JUAN NAYA" userId="b6326d2b-e2b2-48c6-abf7-776dd5914920" providerId="ADAL" clId="{3A2C6918-C6DD-402B-A387-EFA5978523B9}" dt="2026-04-08T05:08:10.853" v="225"/>
          <ac:spMkLst>
            <pc:docMk/>
            <pc:sldMk cId="1554773000" sldId="281"/>
            <ac:spMk id="27" creationId="{610AF9CB-EE5D-4E0A-8C47-67E9EAE73F05}"/>
          </ac:spMkLst>
        </pc:spChg>
        <pc:spChg chg="add mod">
          <ac:chgData name="JUAN NAYA" userId="b6326d2b-e2b2-48c6-abf7-776dd5914920" providerId="ADAL" clId="{3A2C6918-C6DD-402B-A387-EFA5978523B9}" dt="2026-04-08T05:08:10.859" v="228"/>
          <ac:spMkLst>
            <pc:docMk/>
            <pc:sldMk cId="1554773000" sldId="281"/>
            <ac:spMk id="28" creationId="{D73C7DF7-5140-4A38-8ACB-2BF58F11AD56}"/>
          </ac:spMkLst>
        </pc:spChg>
        <pc:spChg chg="add mod">
          <ac:chgData name="JUAN NAYA" userId="b6326d2b-e2b2-48c6-abf7-776dd5914920" providerId="ADAL" clId="{3A2C6918-C6DD-402B-A387-EFA5978523B9}" dt="2026-04-08T05:08:10.865" v="231"/>
          <ac:spMkLst>
            <pc:docMk/>
            <pc:sldMk cId="1554773000" sldId="281"/>
            <ac:spMk id="29" creationId="{4C9EE6C5-B6AD-4B83-ADDD-CE1D767C36FD}"/>
          </ac:spMkLst>
        </pc:spChg>
        <pc:spChg chg="add mod">
          <ac:chgData name="JUAN NAYA" userId="b6326d2b-e2b2-48c6-abf7-776dd5914920" providerId="ADAL" clId="{3A2C6918-C6DD-402B-A387-EFA5978523B9}" dt="2026-04-08T05:08:10.870" v="234"/>
          <ac:spMkLst>
            <pc:docMk/>
            <pc:sldMk cId="1554773000" sldId="281"/>
            <ac:spMk id="30" creationId="{8810BAC4-6D2B-454C-ACE6-9B8C4BDD7726}"/>
          </ac:spMkLst>
        </pc:spChg>
        <pc:spChg chg="add mod">
          <ac:chgData name="JUAN NAYA" userId="b6326d2b-e2b2-48c6-abf7-776dd5914920" providerId="ADAL" clId="{3A2C6918-C6DD-402B-A387-EFA5978523B9}" dt="2026-04-08T05:08:10.876" v="237"/>
          <ac:spMkLst>
            <pc:docMk/>
            <pc:sldMk cId="1554773000" sldId="281"/>
            <ac:spMk id="31" creationId="{2F0A58AD-284D-4644-AB56-623410E2A907}"/>
          </ac:spMkLst>
        </pc:spChg>
        <pc:spChg chg="add mod">
          <ac:chgData name="JUAN NAYA" userId="b6326d2b-e2b2-48c6-abf7-776dd5914920" providerId="ADAL" clId="{3A2C6918-C6DD-402B-A387-EFA5978523B9}" dt="2026-04-08T05:08:10.882" v="240"/>
          <ac:spMkLst>
            <pc:docMk/>
            <pc:sldMk cId="1554773000" sldId="281"/>
            <ac:spMk id="32" creationId="{D8A21F6D-4164-4B18-9026-C36DBA0E9181}"/>
          </ac:spMkLst>
        </pc:spChg>
        <pc:spChg chg="add mod">
          <ac:chgData name="JUAN NAYA" userId="b6326d2b-e2b2-48c6-abf7-776dd5914920" providerId="ADAL" clId="{3A2C6918-C6DD-402B-A387-EFA5978523B9}" dt="2026-04-08T05:08:10.888" v="243"/>
          <ac:spMkLst>
            <pc:docMk/>
            <pc:sldMk cId="1554773000" sldId="281"/>
            <ac:spMk id="33" creationId="{081C2337-A599-43B1-9CF0-BE042D93D177}"/>
          </ac:spMkLst>
        </pc:spChg>
      </pc:sldChg>
      <pc:sldChg chg="addSp modSp new del mod setBg">
        <pc:chgData name="JUAN NAYA" userId="b6326d2b-e2b2-48c6-abf7-776dd5914920" providerId="ADAL" clId="{3A2C6918-C6DD-402B-A387-EFA5978523B9}" dt="2026-04-08T05:12:19.135" v="597" actId="2696"/>
        <pc:sldMkLst>
          <pc:docMk/>
          <pc:sldMk cId="1623729273" sldId="282"/>
        </pc:sldMkLst>
        <pc:spChg chg="add mod">
          <ac:chgData name="JUAN NAYA" userId="b6326d2b-e2b2-48c6-abf7-776dd5914920" providerId="ADAL" clId="{3A2C6918-C6DD-402B-A387-EFA5978523B9}" dt="2026-04-08T05:08:23.546" v="248"/>
          <ac:spMkLst>
            <pc:docMk/>
            <pc:sldMk cId="1623729273" sldId="282"/>
            <ac:spMk id="2" creationId="{B7E5B4E4-7E59-4864-9AC8-EA8931719576}"/>
          </ac:spMkLst>
        </pc:spChg>
        <pc:spChg chg="add mod">
          <ac:chgData name="JUAN NAYA" userId="b6326d2b-e2b2-48c6-abf7-776dd5914920" providerId="ADAL" clId="{3A2C6918-C6DD-402B-A387-EFA5978523B9}" dt="2026-04-08T05:08:23.551" v="251"/>
          <ac:spMkLst>
            <pc:docMk/>
            <pc:sldMk cId="1623729273" sldId="282"/>
            <ac:spMk id="3" creationId="{57D83F65-FC75-479D-AB56-B46790CEDFAF}"/>
          </ac:spMkLst>
        </pc:spChg>
        <pc:spChg chg="add mod">
          <ac:chgData name="JUAN NAYA" userId="b6326d2b-e2b2-48c6-abf7-776dd5914920" providerId="ADAL" clId="{3A2C6918-C6DD-402B-A387-EFA5978523B9}" dt="2026-04-08T05:08:23.556" v="254"/>
          <ac:spMkLst>
            <pc:docMk/>
            <pc:sldMk cId="1623729273" sldId="282"/>
            <ac:spMk id="4" creationId="{B3DCBDC4-9992-4E07-9DD9-8800056661C2}"/>
          </ac:spMkLst>
        </pc:spChg>
        <pc:spChg chg="add mod">
          <ac:chgData name="JUAN NAYA" userId="b6326d2b-e2b2-48c6-abf7-776dd5914920" providerId="ADAL" clId="{3A2C6918-C6DD-402B-A387-EFA5978523B9}" dt="2026-04-08T05:08:23.561" v="257"/>
          <ac:spMkLst>
            <pc:docMk/>
            <pc:sldMk cId="1623729273" sldId="282"/>
            <ac:spMk id="5" creationId="{B6A3D7F0-17AE-4200-909B-87ADA55E8A5F}"/>
          </ac:spMkLst>
        </pc:spChg>
        <pc:spChg chg="add mod">
          <ac:chgData name="JUAN NAYA" userId="b6326d2b-e2b2-48c6-abf7-776dd5914920" providerId="ADAL" clId="{3A2C6918-C6DD-402B-A387-EFA5978523B9}" dt="2026-04-08T05:08:23.566" v="260"/>
          <ac:spMkLst>
            <pc:docMk/>
            <pc:sldMk cId="1623729273" sldId="282"/>
            <ac:spMk id="6" creationId="{3724DB37-641F-4AF4-AB0F-505DA3EF0FE2}"/>
          </ac:spMkLst>
        </pc:spChg>
        <pc:spChg chg="add mod">
          <ac:chgData name="JUAN NAYA" userId="b6326d2b-e2b2-48c6-abf7-776dd5914920" providerId="ADAL" clId="{3A2C6918-C6DD-402B-A387-EFA5978523B9}" dt="2026-04-08T05:08:23.570" v="263"/>
          <ac:spMkLst>
            <pc:docMk/>
            <pc:sldMk cId="1623729273" sldId="282"/>
            <ac:spMk id="7" creationId="{B3F1E25D-2361-45B1-8623-9C0374BAF100}"/>
          </ac:spMkLst>
        </pc:spChg>
        <pc:spChg chg="add mod">
          <ac:chgData name="JUAN NAYA" userId="b6326d2b-e2b2-48c6-abf7-776dd5914920" providerId="ADAL" clId="{3A2C6918-C6DD-402B-A387-EFA5978523B9}" dt="2026-04-08T05:08:23.576" v="266"/>
          <ac:spMkLst>
            <pc:docMk/>
            <pc:sldMk cId="1623729273" sldId="282"/>
            <ac:spMk id="8" creationId="{8E3AAB70-0B00-4B16-8078-C52955D2E0A4}"/>
          </ac:spMkLst>
        </pc:spChg>
        <pc:spChg chg="add mod">
          <ac:chgData name="JUAN NAYA" userId="b6326d2b-e2b2-48c6-abf7-776dd5914920" providerId="ADAL" clId="{3A2C6918-C6DD-402B-A387-EFA5978523B9}" dt="2026-04-08T05:08:23.581" v="269"/>
          <ac:spMkLst>
            <pc:docMk/>
            <pc:sldMk cId="1623729273" sldId="282"/>
            <ac:spMk id="9" creationId="{406344EA-6BE5-4C3D-B1CF-4682BF451C8F}"/>
          </ac:spMkLst>
        </pc:spChg>
        <pc:spChg chg="add mod">
          <ac:chgData name="JUAN NAYA" userId="b6326d2b-e2b2-48c6-abf7-776dd5914920" providerId="ADAL" clId="{3A2C6918-C6DD-402B-A387-EFA5978523B9}" dt="2026-04-08T05:08:23.584" v="272"/>
          <ac:spMkLst>
            <pc:docMk/>
            <pc:sldMk cId="1623729273" sldId="282"/>
            <ac:spMk id="10" creationId="{34479ACC-E6AA-435D-9234-C93749A25573}"/>
          </ac:spMkLst>
        </pc:spChg>
        <pc:spChg chg="add mod">
          <ac:chgData name="JUAN NAYA" userId="b6326d2b-e2b2-48c6-abf7-776dd5914920" providerId="ADAL" clId="{3A2C6918-C6DD-402B-A387-EFA5978523B9}" dt="2026-04-08T05:08:23.589" v="275"/>
          <ac:spMkLst>
            <pc:docMk/>
            <pc:sldMk cId="1623729273" sldId="282"/>
            <ac:spMk id="11" creationId="{33A80C2B-C353-4B45-A20B-1367980796ED}"/>
          </ac:spMkLst>
        </pc:spChg>
        <pc:spChg chg="add mod">
          <ac:chgData name="JUAN NAYA" userId="b6326d2b-e2b2-48c6-abf7-776dd5914920" providerId="ADAL" clId="{3A2C6918-C6DD-402B-A387-EFA5978523B9}" dt="2026-04-08T05:08:23.594" v="278"/>
          <ac:spMkLst>
            <pc:docMk/>
            <pc:sldMk cId="1623729273" sldId="282"/>
            <ac:spMk id="12" creationId="{1073E0B9-2FC7-431A-BB51-29C5FB7BD5B2}"/>
          </ac:spMkLst>
        </pc:spChg>
        <pc:spChg chg="add mod">
          <ac:chgData name="JUAN NAYA" userId="b6326d2b-e2b2-48c6-abf7-776dd5914920" providerId="ADAL" clId="{3A2C6918-C6DD-402B-A387-EFA5978523B9}" dt="2026-04-08T05:08:23.599" v="281"/>
          <ac:spMkLst>
            <pc:docMk/>
            <pc:sldMk cId="1623729273" sldId="282"/>
            <ac:spMk id="13" creationId="{373B04E7-8B00-4101-A0B3-1BCDBEBDFE33}"/>
          </ac:spMkLst>
        </pc:spChg>
        <pc:spChg chg="add mod">
          <ac:chgData name="JUAN NAYA" userId="b6326d2b-e2b2-48c6-abf7-776dd5914920" providerId="ADAL" clId="{3A2C6918-C6DD-402B-A387-EFA5978523B9}" dt="2026-04-08T05:08:23.603" v="284"/>
          <ac:spMkLst>
            <pc:docMk/>
            <pc:sldMk cId="1623729273" sldId="282"/>
            <ac:spMk id="14" creationId="{C82AA656-C69C-44AD-8F0B-ECE745DE741A}"/>
          </ac:spMkLst>
        </pc:spChg>
        <pc:spChg chg="add mod">
          <ac:chgData name="JUAN NAYA" userId="b6326d2b-e2b2-48c6-abf7-776dd5914920" providerId="ADAL" clId="{3A2C6918-C6DD-402B-A387-EFA5978523B9}" dt="2026-04-08T05:08:23.608" v="287"/>
          <ac:spMkLst>
            <pc:docMk/>
            <pc:sldMk cId="1623729273" sldId="282"/>
            <ac:spMk id="15" creationId="{9A646564-9B37-4792-AD97-F26C4DB16DC4}"/>
          </ac:spMkLst>
        </pc:spChg>
        <pc:spChg chg="add mod">
          <ac:chgData name="JUAN NAYA" userId="b6326d2b-e2b2-48c6-abf7-776dd5914920" providerId="ADAL" clId="{3A2C6918-C6DD-402B-A387-EFA5978523B9}" dt="2026-04-08T05:08:23.613" v="290"/>
          <ac:spMkLst>
            <pc:docMk/>
            <pc:sldMk cId="1623729273" sldId="282"/>
            <ac:spMk id="16" creationId="{6685F603-E347-44E8-BC4B-27937ECC186C}"/>
          </ac:spMkLst>
        </pc:spChg>
        <pc:spChg chg="add mod">
          <ac:chgData name="JUAN NAYA" userId="b6326d2b-e2b2-48c6-abf7-776dd5914920" providerId="ADAL" clId="{3A2C6918-C6DD-402B-A387-EFA5978523B9}" dt="2026-04-08T05:08:23.617" v="293"/>
          <ac:spMkLst>
            <pc:docMk/>
            <pc:sldMk cId="1623729273" sldId="282"/>
            <ac:spMk id="17" creationId="{AD6F5393-2280-4E61-B2A0-D77AB4E006AE}"/>
          </ac:spMkLst>
        </pc:spChg>
        <pc:spChg chg="add mod">
          <ac:chgData name="JUAN NAYA" userId="b6326d2b-e2b2-48c6-abf7-776dd5914920" providerId="ADAL" clId="{3A2C6918-C6DD-402B-A387-EFA5978523B9}" dt="2026-04-08T05:08:23.622" v="296"/>
          <ac:spMkLst>
            <pc:docMk/>
            <pc:sldMk cId="1623729273" sldId="282"/>
            <ac:spMk id="18" creationId="{364AF991-3D19-4D1D-B9A8-321CBB26B90E}"/>
          </ac:spMkLst>
        </pc:spChg>
        <pc:spChg chg="add mod">
          <ac:chgData name="JUAN NAYA" userId="b6326d2b-e2b2-48c6-abf7-776dd5914920" providerId="ADAL" clId="{3A2C6918-C6DD-402B-A387-EFA5978523B9}" dt="2026-04-08T05:08:23.627" v="299"/>
          <ac:spMkLst>
            <pc:docMk/>
            <pc:sldMk cId="1623729273" sldId="282"/>
            <ac:spMk id="19" creationId="{83E1325E-D5B8-4246-957C-A8B8CDC3ACFE}"/>
          </ac:spMkLst>
        </pc:spChg>
      </pc:sldChg>
      <pc:sldChg chg="addSp modSp new del mod setBg">
        <pc:chgData name="JUAN NAYA" userId="b6326d2b-e2b2-48c6-abf7-776dd5914920" providerId="ADAL" clId="{3A2C6918-C6DD-402B-A387-EFA5978523B9}" dt="2026-04-08T05:12:19.135" v="597" actId="2696"/>
        <pc:sldMkLst>
          <pc:docMk/>
          <pc:sldMk cId="411236988" sldId="283"/>
        </pc:sldMkLst>
        <pc:spChg chg="add mod">
          <ac:chgData name="JUAN NAYA" userId="b6326d2b-e2b2-48c6-abf7-776dd5914920" providerId="ADAL" clId="{3A2C6918-C6DD-402B-A387-EFA5978523B9}" dt="2026-04-08T05:08:43.303" v="304"/>
          <ac:spMkLst>
            <pc:docMk/>
            <pc:sldMk cId="411236988" sldId="283"/>
            <ac:spMk id="2" creationId="{C1196520-3564-45E9-BC44-FDAF3A799903}"/>
          </ac:spMkLst>
        </pc:spChg>
        <pc:spChg chg="add mod">
          <ac:chgData name="JUAN NAYA" userId="b6326d2b-e2b2-48c6-abf7-776dd5914920" providerId="ADAL" clId="{3A2C6918-C6DD-402B-A387-EFA5978523B9}" dt="2026-04-08T05:08:43.308" v="307"/>
          <ac:spMkLst>
            <pc:docMk/>
            <pc:sldMk cId="411236988" sldId="283"/>
            <ac:spMk id="3" creationId="{DB0238A8-9E55-4240-8375-0D113B6AB798}"/>
          </ac:spMkLst>
        </pc:spChg>
        <pc:spChg chg="add mod">
          <ac:chgData name="JUAN NAYA" userId="b6326d2b-e2b2-48c6-abf7-776dd5914920" providerId="ADAL" clId="{3A2C6918-C6DD-402B-A387-EFA5978523B9}" dt="2026-04-08T05:08:43.313" v="310"/>
          <ac:spMkLst>
            <pc:docMk/>
            <pc:sldMk cId="411236988" sldId="283"/>
            <ac:spMk id="4" creationId="{2BC0413C-7487-400B-A5E1-28D90607DF13}"/>
          </ac:spMkLst>
        </pc:spChg>
        <pc:spChg chg="add mod">
          <ac:chgData name="JUAN NAYA" userId="b6326d2b-e2b2-48c6-abf7-776dd5914920" providerId="ADAL" clId="{3A2C6918-C6DD-402B-A387-EFA5978523B9}" dt="2026-04-08T05:08:43.317" v="313"/>
          <ac:spMkLst>
            <pc:docMk/>
            <pc:sldMk cId="411236988" sldId="283"/>
            <ac:spMk id="5" creationId="{8B4231A3-4CBA-46BB-BD09-4C1E87BA65D5}"/>
          </ac:spMkLst>
        </pc:spChg>
        <pc:spChg chg="add mod">
          <ac:chgData name="JUAN NAYA" userId="b6326d2b-e2b2-48c6-abf7-776dd5914920" providerId="ADAL" clId="{3A2C6918-C6DD-402B-A387-EFA5978523B9}" dt="2026-04-08T05:08:43.322" v="316"/>
          <ac:spMkLst>
            <pc:docMk/>
            <pc:sldMk cId="411236988" sldId="283"/>
            <ac:spMk id="6" creationId="{F99DE17E-FAF6-4F29-846A-CC9E8890D4A1}"/>
          </ac:spMkLst>
        </pc:spChg>
        <pc:spChg chg="add mod">
          <ac:chgData name="JUAN NAYA" userId="b6326d2b-e2b2-48c6-abf7-776dd5914920" providerId="ADAL" clId="{3A2C6918-C6DD-402B-A387-EFA5978523B9}" dt="2026-04-08T05:08:43.327" v="319"/>
          <ac:spMkLst>
            <pc:docMk/>
            <pc:sldMk cId="411236988" sldId="283"/>
            <ac:spMk id="7" creationId="{25CF5835-F8A8-4E29-AAC4-8F0DFFFB2D4A}"/>
          </ac:spMkLst>
        </pc:spChg>
        <pc:spChg chg="add mod">
          <ac:chgData name="JUAN NAYA" userId="b6326d2b-e2b2-48c6-abf7-776dd5914920" providerId="ADAL" clId="{3A2C6918-C6DD-402B-A387-EFA5978523B9}" dt="2026-04-08T05:08:43.331" v="322"/>
          <ac:spMkLst>
            <pc:docMk/>
            <pc:sldMk cId="411236988" sldId="283"/>
            <ac:spMk id="8" creationId="{4F5109FD-EFCE-48B9-ABA7-44DB6A53CE9E}"/>
          </ac:spMkLst>
        </pc:spChg>
        <pc:spChg chg="add mod">
          <ac:chgData name="JUAN NAYA" userId="b6326d2b-e2b2-48c6-abf7-776dd5914920" providerId="ADAL" clId="{3A2C6918-C6DD-402B-A387-EFA5978523B9}" dt="2026-04-08T05:08:43.335" v="325"/>
          <ac:spMkLst>
            <pc:docMk/>
            <pc:sldMk cId="411236988" sldId="283"/>
            <ac:spMk id="9" creationId="{CD5B263D-5CD9-412B-A4F8-2433771061C3}"/>
          </ac:spMkLst>
        </pc:spChg>
        <pc:spChg chg="add mod">
          <ac:chgData name="JUAN NAYA" userId="b6326d2b-e2b2-48c6-abf7-776dd5914920" providerId="ADAL" clId="{3A2C6918-C6DD-402B-A387-EFA5978523B9}" dt="2026-04-08T05:08:43.340" v="328"/>
          <ac:spMkLst>
            <pc:docMk/>
            <pc:sldMk cId="411236988" sldId="283"/>
            <ac:spMk id="10" creationId="{9260A55A-930F-43A6-AEED-8CC0AEE29C8F}"/>
          </ac:spMkLst>
        </pc:spChg>
        <pc:spChg chg="add mod">
          <ac:chgData name="JUAN NAYA" userId="b6326d2b-e2b2-48c6-abf7-776dd5914920" providerId="ADAL" clId="{3A2C6918-C6DD-402B-A387-EFA5978523B9}" dt="2026-04-08T05:08:43.345" v="331"/>
          <ac:spMkLst>
            <pc:docMk/>
            <pc:sldMk cId="411236988" sldId="283"/>
            <ac:spMk id="11" creationId="{11C0058C-C224-44EC-8DBC-5D19CB5AAA45}"/>
          </ac:spMkLst>
        </pc:spChg>
        <pc:spChg chg="add mod">
          <ac:chgData name="JUAN NAYA" userId="b6326d2b-e2b2-48c6-abf7-776dd5914920" providerId="ADAL" clId="{3A2C6918-C6DD-402B-A387-EFA5978523B9}" dt="2026-04-08T05:08:43.349" v="334"/>
          <ac:spMkLst>
            <pc:docMk/>
            <pc:sldMk cId="411236988" sldId="283"/>
            <ac:spMk id="12" creationId="{CDCDA239-A4A8-418A-A648-0B1EF8A8FB03}"/>
          </ac:spMkLst>
        </pc:spChg>
        <pc:spChg chg="add mod">
          <ac:chgData name="JUAN NAYA" userId="b6326d2b-e2b2-48c6-abf7-776dd5914920" providerId="ADAL" clId="{3A2C6918-C6DD-402B-A387-EFA5978523B9}" dt="2026-04-08T05:08:43.353" v="337"/>
          <ac:spMkLst>
            <pc:docMk/>
            <pc:sldMk cId="411236988" sldId="283"/>
            <ac:spMk id="13" creationId="{8E47FAAC-5F7A-42F1-A785-6E522A0052AD}"/>
          </ac:spMkLst>
        </pc:spChg>
        <pc:spChg chg="add mod">
          <ac:chgData name="JUAN NAYA" userId="b6326d2b-e2b2-48c6-abf7-776dd5914920" providerId="ADAL" clId="{3A2C6918-C6DD-402B-A387-EFA5978523B9}" dt="2026-04-08T05:08:43.358" v="340"/>
          <ac:spMkLst>
            <pc:docMk/>
            <pc:sldMk cId="411236988" sldId="283"/>
            <ac:spMk id="14" creationId="{5FFA1A66-D674-4516-AC00-34F86DA2FAEB}"/>
          </ac:spMkLst>
        </pc:spChg>
        <pc:spChg chg="add mod">
          <ac:chgData name="JUAN NAYA" userId="b6326d2b-e2b2-48c6-abf7-776dd5914920" providerId="ADAL" clId="{3A2C6918-C6DD-402B-A387-EFA5978523B9}" dt="2026-04-08T05:08:43.362" v="343"/>
          <ac:spMkLst>
            <pc:docMk/>
            <pc:sldMk cId="411236988" sldId="283"/>
            <ac:spMk id="15" creationId="{731C8C9E-BE3D-4DB0-AABD-DD1613EB4515}"/>
          </ac:spMkLst>
        </pc:spChg>
        <pc:spChg chg="add mod">
          <ac:chgData name="JUAN NAYA" userId="b6326d2b-e2b2-48c6-abf7-776dd5914920" providerId="ADAL" clId="{3A2C6918-C6DD-402B-A387-EFA5978523B9}" dt="2026-04-08T05:08:43.367" v="346"/>
          <ac:spMkLst>
            <pc:docMk/>
            <pc:sldMk cId="411236988" sldId="283"/>
            <ac:spMk id="16" creationId="{F289F04D-4951-420F-B81D-A45AAD0A96A1}"/>
          </ac:spMkLst>
        </pc:spChg>
        <pc:spChg chg="add mod">
          <ac:chgData name="JUAN NAYA" userId="b6326d2b-e2b2-48c6-abf7-776dd5914920" providerId="ADAL" clId="{3A2C6918-C6DD-402B-A387-EFA5978523B9}" dt="2026-04-08T05:08:43.371" v="349"/>
          <ac:spMkLst>
            <pc:docMk/>
            <pc:sldMk cId="411236988" sldId="283"/>
            <ac:spMk id="17" creationId="{5DA3EE71-2F66-4F7E-AFE4-0778F241D11B}"/>
          </ac:spMkLst>
        </pc:spChg>
        <pc:spChg chg="add mod">
          <ac:chgData name="JUAN NAYA" userId="b6326d2b-e2b2-48c6-abf7-776dd5914920" providerId="ADAL" clId="{3A2C6918-C6DD-402B-A387-EFA5978523B9}" dt="2026-04-08T05:08:43.376" v="352"/>
          <ac:spMkLst>
            <pc:docMk/>
            <pc:sldMk cId="411236988" sldId="283"/>
            <ac:spMk id="18" creationId="{1339F879-195C-4FD3-A2D4-A7D23637C722}"/>
          </ac:spMkLst>
        </pc:spChg>
        <pc:spChg chg="add mod">
          <ac:chgData name="JUAN NAYA" userId="b6326d2b-e2b2-48c6-abf7-776dd5914920" providerId="ADAL" clId="{3A2C6918-C6DD-402B-A387-EFA5978523B9}" dt="2026-04-08T05:08:43.380" v="355"/>
          <ac:spMkLst>
            <pc:docMk/>
            <pc:sldMk cId="411236988" sldId="283"/>
            <ac:spMk id="19" creationId="{F8AE860B-66AE-47AB-AEBF-CB05EAD7B10A}"/>
          </ac:spMkLst>
        </pc:spChg>
        <pc:spChg chg="add mod">
          <ac:chgData name="JUAN NAYA" userId="b6326d2b-e2b2-48c6-abf7-776dd5914920" providerId="ADAL" clId="{3A2C6918-C6DD-402B-A387-EFA5978523B9}" dt="2026-04-08T05:08:43.384" v="358"/>
          <ac:spMkLst>
            <pc:docMk/>
            <pc:sldMk cId="411236988" sldId="283"/>
            <ac:spMk id="20" creationId="{D425DA86-3EF0-4596-9B06-10381765D6D7}"/>
          </ac:spMkLst>
        </pc:spChg>
        <pc:spChg chg="add mod">
          <ac:chgData name="JUAN NAYA" userId="b6326d2b-e2b2-48c6-abf7-776dd5914920" providerId="ADAL" clId="{3A2C6918-C6DD-402B-A387-EFA5978523B9}" dt="2026-04-08T05:08:43.388" v="361"/>
          <ac:spMkLst>
            <pc:docMk/>
            <pc:sldMk cId="411236988" sldId="283"/>
            <ac:spMk id="21" creationId="{D9E1695F-00EB-43D6-B8F5-7B5CE3F667EB}"/>
          </ac:spMkLst>
        </pc:spChg>
        <pc:spChg chg="add mod">
          <ac:chgData name="JUAN NAYA" userId="b6326d2b-e2b2-48c6-abf7-776dd5914920" providerId="ADAL" clId="{3A2C6918-C6DD-402B-A387-EFA5978523B9}" dt="2026-04-08T05:08:43.393" v="364"/>
          <ac:spMkLst>
            <pc:docMk/>
            <pc:sldMk cId="411236988" sldId="283"/>
            <ac:spMk id="22" creationId="{33EE9480-3ECF-45A4-9FC9-CCD2E0F0501F}"/>
          </ac:spMkLst>
        </pc:spChg>
      </pc:sldChg>
      <pc:sldChg chg="addSp modSp new del mod setBg">
        <pc:chgData name="JUAN NAYA" userId="b6326d2b-e2b2-48c6-abf7-776dd5914920" providerId="ADAL" clId="{3A2C6918-C6DD-402B-A387-EFA5978523B9}" dt="2026-04-08T05:12:19.135" v="597" actId="2696"/>
        <pc:sldMkLst>
          <pc:docMk/>
          <pc:sldMk cId="2760181646" sldId="284"/>
        </pc:sldMkLst>
        <pc:spChg chg="add mod">
          <ac:chgData name="JUAN NAYA" userId="b6326d2b-e2b2-48c6-abf7-776dd5914920" providerId="ADAL" clId="{3A2C6918-C6DD-402B-A387-EFA5978523B9}" dt="2026-04-08T05:08:56.962" v="369"/>
          <ac:spMkLst>
            <pc:docMk/>
            <pc:sldMk cId="2760181646" sldId="284"/>
            <ac:spMk id="2" creationId="{756DC3C6-A43C-43AF-863A-86AE1E4399F5}"/>
          </ac:spMkLst>
        </pc:spChg>
        <pc:spChg chg="add mod">
          <ac:chgData name="JUAN NAYA" userId="b6326d2b-e2b2-48c6-abf7-776dd5914920" providerId="ADAL" clId="{3A2C6918-C6DD-402B-A387-EFA5978523B9}" dt="2026-04-08T05:08:56.967" v="372"/>
          <ac:spMkLst>
            <pc:docMk/>
            <pc:sldMk cId="2760181646" sldId="284"/>
            <ac:spMk id="3" creationId="{DD65D22E-8400-4C45-8734-EEF7D41F8C44}"/>
          </ac:spMkLst>
        </pc:spChg>
        <pc:spChg chg="add mod">
          <ac:chgData name="JUAN NAYA" userId="b6326d2b-e2b2-48c6-abf7-776dd5914920" providerId="ADAL" clId="{3A2C6918-C6DD-402B-A387-EFA5978523B9}" dt="2026-04-08T05:08:56.972" v="375"/>
          <ac:spMkLst>
            <pc:docMk/>
            <pc:sldMk cId="2760181646" sldId="284"/>
            <ac:spMk id="4" creationId="{2E237D97-25E1-438A-B2B2-4FB76E9A3C03}"/>
          </ac:spMkLst>
        </pc:spChg>
        <pc:spChg chg="add mod">
          <ac:chgData name="JUAN NAYA" userId="b6326d2b-e2b2-48c6-abf7-776dd5914920" providerId="ADAL" clId="{3A2C6918-C6DD-402B-A387-EFA5978523B9}" dt="2026-04-08T05:08:56.976" v="378"/>
          <ac:spMkLst>
            <pc:docMk/>
            <pc:sldMk cId="2760181646" sldId="284"/>
            <ac:spMk id="5" creationId="{DA6F831C-AA58-40F0-A764-B1E467DB405C}"/>
          </ac:spMkLst>
        </pc:spChg>
        <pc:spChg chg="add mod">
          <ac:chgData name="JUAN NAYA" userId="b6326d2b-e2b2-48c6-abf7-776dd5914920" providerId="ADAL" clId="{3A2C6918-C6DD-402B-A387-EFA5978523B9}" dt="2026-04-08T05:08:56.980" v="381"/>
          <ac:spMkLst>
            <pc:docMk/>
            <pc:sldMk cId="2760181646" sldId="284"/>
            <ac:spMk id="6" creationId="{9BB3A3D7-2A0C-456E-BA6A-16690FEF6853}"/>
          </ac:spMkLst>
        </pc:spChg>
        <pc:spChg chg="add mod">
          <ac:chgData name="JUAN NAYA" userId="b6326d2b-e2b2-48c6-abf7-776dd5914920" providerId="ADAL" clId="{3A2C6918-C6DD-402B-A387-EFA5978523B9}" dt="2026-04-08T05:08:56.985" v="384"/>
          <ac:spMkLst>
            <pc:docMk/>
            <pc:sldMk cId="2760181646" sldId="284"/>
            <ac:spMk id="7" creationId="{B254E4EF-3908-4382-A6C9-23D3C6CB696F}"/>
          </ac:spMkLst>
        </pc:spChg>
        <pc:spChg chg="add mod">
          <ac:chgData name="JUAN NAYA" userId="b6326d2b-e2b2-48c6-abf7-776dd5914920" providerId="ADAL" clId="{3A2C6918-C6DD-402B-A387-EFA5978523B9}" dt="2026-04-08T05:08:56.989" v="387"/>
          <ac:spMkLst>
            <pc:docMk/>
            <pc:sldMk cId="2760181646" sldId="284"/>
            <ac:spMk id="8" creationId="{32DDBF4E-59A6-47FF-B9DF-284D7FCD1B7F}"/>
          </ac:spMkLst>
        </pc:spChg>
        <pc:spChg chg="add mod">
          <ac:chgData name="JUAN NAYA" userId="b6326d2b-e2b2-48c6-abf7-776dd5914920" providerId="ADAL" clId="{3A2C6918-C6DD-402B-A387-EFA5978523B9}" dt="2026-04-08T05:08:56.993" v="390"/>
          <ac:spMkLst>
            <pc:docMk/>
            <pc:sldMk cId="2760181646" sldId="284"/>
            <ac:spMk id="9" creationId="{EC10C874-0CC3-4C78-9B94-E27C1256C0C7}"/>
          </ac:spMkLst>
        </pc:spChg>
        <pc:spChg chg="add mod">
          <ac:chgData name="JUAN NAYA" userId="b6326d2b-e2b2-48c6-abf7-776dd5914920" providerId="ADAL" clId="{3A2C6918-C6DD-402B-A387-EFA5978523B9}" dt="2026-04-08T05:08:56.998" v="393"/>
          <ac:spMkLst>
            <pc:docMk/>
            <pc:sldMk cId="2760181646" sldId="284"/>
            <ac:spMk id="10" creationId="{9B514242-3DB3-4B59-A637-10095C981487}"/>
          </ac:spMkLst>
        </pc:spChg>
        <pc:spChg chg="add mod">
          <ac:chgData name="JUAN NAYA" userId="b6326d2b-e2b2-48c6-abf7-776dd5914920" providerId="ADAL" clId="{3A2C6918-C6DD-402B-A387-EFA5978523B9}" dt="2026-04-08T05:08:57.002" v="396"/>
          <ac:spMkLst>
            <pc:docMk/>
            <pc:sldMk cId="2760181646" sldId="284"/>
            <ac:spMk id="11" creationId="{89C9B20C-CB1E-40E9-889E-799233CC3DCA}"/>
          </ac:spMkLst>
        </pc:spChg>
        <pc:spChg chg="add mod">
          <ac:chgData name="JUAN NAYA" userId="b6326d2b-e2b2-48c6-abf7-776dd5914920" providerId="ADAL" clId="{3A2C6918-C6DD-402B-A387-EFA5978523B9}" dt="2026-04-08T05:08:57.007" v="399"/>
          <ac:spMkLst>
            <pc:docMk/>
            <pc:sldMk cId="2760181646" sldId="284"/>
            <ac:spMk id="12" creationId="{3EA5BA14-0609-4CD6-97D0-9AA091A99633}"/>
          </ac:spMkLst>
        </pc:spChg>
        <pc:spChg chg="add mod">
          <ac:chgData name="JUAN NAYA" userId="b6326d2b-e2b2-48c6-abf7-776dd5914920" providerId="ADAL" clId="{3A2C6918-C6DD-402B-A387-EFA5978523B9}" dt="2026-04-08T05:08:57.011" v="402"/>
          <ac:spMkLst>
            <pc:docMk/>
            <pc:sldMk cId="2760181646" sldId="284"/>
            <ac:spMk id="13" creationId="{FBF10BA2-37F7-43AB-9E35-18BC5C9F4DB1}"/>
          </ac:spMkLst>
        </pc:spChg>
        <pc:spChg chg="add mod">
          <ac:chgData name="JUAN NAYA" userId="b6326d2b-e2b2-48c6-abf7-776dd5914920" providerId="ADAL" clId="{3A2C6918-C6DD-402B-A387-EFA5978523B9}" dt="2026-04-08T05:08:57.015" v="405"/>
          <ac:spMkLst>
            <pc:docMk/>
            <pc:sldMk cId="2760181646" sldId="284"/>
            <ac:spMk id="14" creationId="{732FCC88-4428-495F-A941-31F7EEB578BC}"/>
          </ac:spMkLst>
        </pc:spChg>
        <pc:spChg chg="add mod">
          <ac:chgData name="JUAN NAYA" userId="b6326d2b-e2b2-48c6-abf7-776dd5914920" providerId="ADAL" clId="{3A2C6918-C6DD-402B-A387-EFA5978523B9}" dt="2026-04-08T05:08:57.020" v="408"/>
          <ac:spMkLst>
            <pc:docMk/>
            <pc:sldMk cId="2760181646" sldId="284"/>
            <ac:spMk id="15" creationId="{CF42D139-877A-422B-A1C3-B73E58789F1B}"/>
          </ac:spMkLst>
        </pc:spChg>
        <pc:spChg chg="add mod">
          <ac:chgData name="JUAN NAYA" userId="b6326d2b-e2b2-48c6-abf7-776dd5914920" providerId="ADAL" clId="{3A2C6918-C6DD-402B-A387-EFA5978523B9}" dt="2026-04-08T05:08:57.025" v="411"/>
          <ac:spMkLst>
            <pc:docMk/>
            <pc:sldMk cId="2760181646" sldId="284"/>
            <ac:spMk id="16" creationId="{B6A71E58-28A0-4A50-8A85-98B89532935F}"/>
          </ac:spMkLst>
        </pc:spChg>
        <pc:spChg chg="add mod">
          <ac:chgData name="JUAN NAYA" userId="b6326d2b-e2b2-48c6-abf7-776dd5914920" providerId="ADAL" clId="{3A2C6918-C6DD-402B-A387-EFA5978523B9}" dt="2026-04-08T05:08:57.029" v="414"/>
          <ac:spMkLst>
            <pc:docMk/>
            <pc:sldMk cId="2760181646" sldId="284"/>
            <ac:spMk id="17" creationId="{58219436-2F12-49F1-ADD7-1536084FFEAB}"/>
          </ac:spMkLst>
        </pc:spChg>
        <pc:spChg chg="add mod">
          <ac:chgData name="JUAN NAYA" userId="b6326d2b-e2b2-48c6-abf7-776dd5914920" providerId="ADAL" clId="{3A2C6918-C6DD-402B-A387-EFA5978523B9}" dt="2026-04-08T05:08:57.033" v="417"/>
          <ac:spMkLst>
            <pc:docMk/>
            <pc:sldMk cId="2760181646" sldId="284"/>
            <ac:spMk id="18" creationId="{8C496343-BB0B-4ECA-890F-BEEFBBC57059}"/>
          </ac:spMkLst>
        </pc:spChg>
        <pc:spChg chg="add mod">
          <ac:chgData name="JUAN NAYA" userId="b6326d2b-e2b2-48c6-abf7-776dd5914920" providerId="ADAL" clId="{3A2C6918-C6DD-402B-A387-EFA5978523B9}" dt="2026-04-08T05:08:57.038" v="420"/>
          <ac:spMkLst>
            <pc:docMk/>
            <pc:sldMk cId="2760181646" sldId="284"/>
            <ac:spMk id="19" creationId="{E75B5311-736E-4DE5-AFB8-00D692421685}"/>
          </ac:spMkLst>
        </pc:spChg>
        <pc:spChg chg="add mod">
          <ac:chgData name="JUAN NAYA" userId="b6326d2b-e2b2-48c6-abf7-776dd5914920" providerId="ADAL" clId="{3A2C6918-C6DD-402B-A387-EFA5978523B9}" dt="2026-04-08T05:08:57.042" v="423"/>
          <ac:spMkLst>
            <pc:docMk/>
            <pc:sldMk cId="2760181646" sldId="284"/>
            <ac:spMk id="20" creationId="{2EC3A55D-4E96-49D9-870C-4A40280C407F}"/>
          </ac:spMkLst>
        </pc:spChg>
        <pc:spChg chg="add mod">
          <ac:chgData name="JUAN NAYA" userId="b6326d2b-e2b2-48c6-abf7-776dd5914920" providerId="ADAL" clId="{3A2C6918-C6DD-402B-A387-EFA5978523B9}" dt="2026-04-08T05:08:57.046" v="426"/>
          <ac:spMkLst>
            <pc:docMk/>
            <pc:sldMk cId="2760181646" sldId="284"/>
            <ac:spMk id="21" creationId="{3777714C-2419-4CD1-853D-618E6BA06454}"/>
          </ac:spMkLst>
        </pc:spChg>
        <pc:spChg chg="add mod">
          <ac:chgData name="JUAN NAYA" userId="b6326d2b-e2b2-48c6-abf7-776dd5914920" providerId="ADAL" clId="{3A2C6918-C6DD-402B-A387-EFA5978523B9}" dt="2026-04-08T05:08:57.050" v="429"/>
          <ac:spMkLst>
            <pc:docMk/>
            <pc:sldMk cId="2760181646" sldId="284"/>
            <ac:spMk id="22" creationId="{D8E51693-D421-489B-995E-5C1CCAFF765B}"/>
          </ac:spMkLst>
        </pc:spChg>
        <pc:spChg chg="add mod">
          <ac:chgData name="JUAN NAYA" userId="b6326d2b-e2b2-48c6-abf7-776dd5914920" providerId="ADAL" clId="{3A2C6918-C6DD-402B-A387-EFA5978523B9}" dt="2026-04-08T05:08:57.056" v="432"/>
          <ac:spMkLst>
            <pc:docMk/>
            <pc:sldMk cId="2760181646" sldId="284"/>
            <ac:spMk id="23" creationId="{FDAB6614-E683-45DD-9B98-166479A8F717}"/>
          </ac:spMkLst>
        </pc:spChg>
        <pc:spChg chg="add mod">
          <ac:chgData name="JUAN NAYA" userId="b6326d2b-e2b2-48c6-abf7-776dd5914920" providerId="ADAL" clId="{3A2C6918-C6DD-402B-A387-EFA5978523B9}" dt="2026-04-08T05:08:57.060" v="435"/>
          <ac:spMkLst>
            <pc:docMk/>
            <pc:sldMk cId="2760181646" sldId="284"/>
            <ac:spMk id="24" creationId="{972BEA0F-3FEB-4C0E-BB43-7DD026BF0C8D}"/>
          </ac:spMkLst>
        </pc:spChg>
      </pc:sldChg>
      <pc:sldChg chg="addSp modSp new del mod setBg">
        <pc:chgData name="JUAN NAYA" userId="b6326d2b-e2b2-48c6-abf7-776dd5914920" providerId="ADAL" clId="{3A2C6918-C6DD-402B-A387-EFA5978523B9}" dt="2026-04-08T05:12:19.135" v="597" actId="2696"/>
        <pc:sldMkLst>
          <pc:docMk/>
          <pc:sldMk cId="2571895409" sldId="285"/>
        </pc:sldMkLst>
        <pc:spChg chg="add mod">
          <ac:chgData name="JUAN NAYA" userId="b6326d2b-e2b2-48c6-abf7-776dd5914920" providerId="ADAL" clId="{3A2C6918-C6DD-402B-A387-EFA5978523B9}" dt="2026-04-08T05:09:17.221" v="440"/>
          <ac:spMkLst>
            <pc:docMk/>
            <pc:sldMk cId="2571895409" sldId="285"/>
            <ac:spMk id="2" creationId="{CFA1F505-F6D0-4A62-97F6-EDEB7B1A1F30}"/>
          </ac:spMkLst>
        </pc:spChg>
        <pc:spChg chg="add mod">
          <ac:chgData name="JUAN NAYA" userId="b6326d2b-e2b2-48c6-abf7-776dd5914920" providerId="ADAL" clId="{3A2C6918-C6DD-402B-A387-EFA5978523B9}" dt="2026-04-08T05:09:17.225" v="443"/>
          <ac:spMkLst>
            <pc:docMk/>
            <pc:sldMk cId="2571895409" sldId="285"/>
            <ac:spMk id="3" creationId="{7A1E5E6E-548C-45EF-A42B-658D7FDC6F32}"/>
          </ac:spMkLst>
        </pc:spChg>
        <pc:spChg chg="add mod">
          <ac:chgData name="JUAN NAYA" userId="b6326d2b-e2b2-48c6-abf7-776dd5914920" providerId="ADAL" clId="{3A2C6918-C6DD-402B-A387-EFA5978523B9}" dt="2026-04-08T05:09:17.230" v="446"/>
          <ac:spMkLst>
            <pc:docMk/>
            <pc:sldMk cId="2571895409" sldId="285"/>
            <ac:spMk id="4" creationId="{30810929-6E70-4C63-AF1B-FD482895C616}"/>
          </ac:spMkLst>
        </pc:spChg>
        <pc:spChg chg="add mod">
          <ac:chgData name="JUAN NAYA" userId="b6326d2b-e2b2-48c6-abf7-776dd5914920" providerId="ADAL" clId="{3A2C6918-C6DD-402B-A387-EFA5978523B9}" dt="2026-04-08T05:09:17.235" v="449"/>
          <ac:spMkLst>
            <pc:docMk/>
            <pc:sldMk cId="2571895409" sldId="285"/>
            <ac:spMk id="5" creationId="{AB3DDB3A-5C0E-4FA4-A6AE-1A93572B5A7F}"/>
          </ac:spMkLst>
        </pc:spChg>
        <pc:spChg chg="add mod">
          <ac:chgData name="JUAN NAYA" userId="b6326d2b-e2b2-48c6-abf7-776dd5914920" providerId="ADAL" clId="{3A2C6918-C6DD-402B-A387-EFA5978523B9}" dt="2026-04-08T05:09:17.241" v="452"/>
          <ac:spMkLst>
            <pc:docMk/>
            <pc:sldMk cId="2571895409" sldId="285"/>
            <ac:spMk id="6" creationId="{14D35E88-EB29-48F2-83DD-82BC7217A02C}"/>
          </ac:spMkLst>
        </pc:spChg>
        <pc:spChg chg="add mod">
          <ac:chgData name="JUAN NAYA" userId="b6326d2b-e2b2-48c6-abf7-776dd5914920" providerId="ADAL" clId="{3A2C6918-C6DD-402B-A387-EFA5978523B9}" dt="2026-04-08T05:09:17.245" v="455"/>
          <ac:spMkLst>
            <pc:docMk/>
            <pc:sldMk cId="2571895409" sldId="285"/>
            <ac:spMk id="7" creationId="{9D5970C1-E9D9-4F6C-8EB9-9C1ABC0D56DD}"/>
          </ac:spMkLst>
        </pc:spChg>
        <pc:spChg chg="add mod">
          <ac:chgData name="JUAN NAYA" userId="b6326d2b-e2b2-48c6-abf7-776dd5914920" providerId="ADAL" clId="{3A2C6918-C6DD-402B-A387-EFA5978523B9}" dt="2026-04-08T05:09:17.250" v="458"/>
          <ac:spMkLst>
            <pc:docMk/>
            <pc:sldMk cId="2571895409" sldId="285"/>
            <ac:spMk id="8" creationId="{8A0781AF-B87A-4F13-B68A-5B200E492F7C}"/>
          </ac:spMkLst>
        </pc:spChg>
        <pc:spChg chg="add mod">
          <ac:chgData name="JUAN NAYA" userId="b6326d2b-e2b2-48c6-abf7-776dd5914920" providerId="ADAL" clId="{3A2C6918-C6DD-402B-A387-EFA5978523B9}" dt="2026-04-08T05:09:17.255" v="461"/>
          <ac:spMkLst>
            <pc:docMk/>
            <pc:sldMk cId="2571895409" sldId="285"/>
            <ac:spMk id="9" creationId="{31A8468A-F276-4113-A58E-610CF6F75511}"/>
          </ac:spMkLst>
        </pc:spChg>
        <pc:spChg chg="add mod">
          <ac:chgData name="JUAN NAYA" userId="b6326d2b-e2b2-48c6-abf7-776dd5914920" providerId="ADAL" clId="{3A2C6918-C6DD-402B-A387-EFA5978523B9}" dt="2026-04-08T05:09:17.260" v="464"/>
          <ac:spMkLst>
            <pc:docMk/>
            <pc:sldMk cId="2571895409" sldId="285"/>
            <ac:spMk id="10" creationId="{04BEADD1-1796-4395-A97B-DBC62645E89A}"/>
          </ac:spMkLst>
        </pc:spChg>
        <pc:spChg chg="add mod">
          <ac:chgData name="JUAN NAYA" userId="b6326d2b-e2b2-48c6-abf7-776dd5914920" providerId="ADAL" clId="{3A2C6918-C6DD-402B-A387-EFA5978523B9}" dt="2026-04-08T05:09:17.265" v="467"/>
          <ac:spMkLst>
            <pc:docMk/>
            <pc:sldMk cId="2571895409" sldId="285"/>
            <ac:spMk id="11" creationId="{4E28F7A4-B326-4B2B-A2E9-7B74955C47AB}"/>
          </ac:spMkLst>
        </pc:spChg>
        <pc:spChg chg="add mod">
          <ac:chgData name="JUAN NAYA" userId="b6326d2b-e2b2-48c6-abf7-776dd5914920" providerId="ADAL" clId="{3A2C6918-C6DD-402B-A387-EFA5978523B9}" dt="2026-04-08T05:09:17.269" v="470"/>
          <ac:spMkLst>
            <pc:docMk/>
            <pc:sldMk cId="2571895409" sldId="285"/>
            <ac:spMk id="12" creationId="{63DD0C3E-9C71-4546-AD2C-9E66A756F392}"/>
          </ac:spMkLst>
        </pc:spChg>
        <pc:spChg chg="add mod">
          <ac:chgData name="JUAN NAYA" userId="b6326d2b-e2b2-48c6-abf7-776dd5914920" providerId="ADAL" clId="{3A2C6918-C6DD-402B-A387-EFA5978523B9}" dt="2026-04-08T05:09:17.274" v="473"/>
          <ac:spMkLst>
            <pc:docMk/>
            <pc:sldMk cId="2571895409" sldId="285"/>
            <ac:spMk id="13" creationId="{B686E8C7-B627-4EF0-8C08-D7B6B38A7271}"/>
          </ac:spMkLst>
        </pc:spChg>
        <pc:spChg chg="add mod">
          <ac:chgData name="JUAN NAYA" userId="b6326d2b-e2b2-48c6-abf7-776dd5914920" providerId="ADAL" clId="{3A2C6918-C6DD-402B-A387-EFA5978523B9}" dt="2026-04-08T05:09:17.279" v="476"/>
          <ac:spMkLst>
            <pc:docMk/>
            <pc:sldMk cId="2571895409" sldId="285"/>
            <ac:spMk id="14" creationId="{3F7BAB7E-DC33-456D-94B9-04B20EAACD11}"/>
          </ac:spMkLst>
        </pc:spChg>
        <pc:spChg chg="add mod">
          <ac:chgData name="JUAN NAYA" userId="b6326d2b-e2b2-48c6-abf7-776dd5914920" providerId="ADAL" clId="{3A2C6918-C6DD-402B-A387-EFA5978523B9}" dt="2026-04-08T05:09:17.284" v="479"/>
          <ac:spMkLst>
            <pc:docMk/>
            <pc:sldMk cId="2571895409" sldId="285"/>
            <ac:spMk id="15" creationId="{6B3201A2-7E7B-4E0D-AD24-0A1438957C49}"/>
          </ac:spMkLst>
        </pc:spChg>
        <pc:spChg chg="add mod">
          <ac:chgData name="JUAN NAYA" userId="b6326d2b-e2b2-48c6-abf7-776dd5914920" providerId="ADAL" clId="{3A2C6918-C6DD-402B-A387-EFA5978523B9}" dt="2026-04-08T05:09:17.289" v="482"/>
          <ac:spMkLst>
            <pc:docMk/>
            <pc:sldMk cId="2571895409" sldId="285"/>
            <ac:spMk id="16" creationId="{E6C9FCC7-0B1E-49AA-9BF9-635D70BC9A19}"/>
          </ac:spMkLst>
        </pc:spChg>
        <pc:spChg chg="add mod">
          <ac:chgData name="JUAN NAYA" userId="b6326d2b-e2b2-48c6-abf7-776dd5914920" providerId="ADAL" clId="{3A2C6918-C6DD-402B-A387-EFA5978523B9}" dt="2026-04-08T05:09:17.294" v="485"/>
          <ac:spMkLst>
            <pc:docMk/>
            <pc:sldMk cId="2571895409" sldId="285"/>
            <ac:spMk id="17" creationId="{C47852DD-C42F-4D90-9699-6531860AF65C}"/>
          </ac:spMkLst>
        </pc:spChg>
        <pc:spChg chg="add mod">
          <ac:chgData name="JUAN NAYA" userId="b6326d2b-e2b2-48c6-abf7-776dd5914920" providerId="ADAL" clId="{3A2C6918-C6DD-402B-A387-EFA5978523B9}" dt="2026-04-08T05:09:17.299" v="488"/>
          <ac:spMkLst>
            <pc:docMk/>
            <pc:sldMk cId="2571895409" sldId="285"/>
            <ac:spMk id="18" creationId="{F1567BEA-D01D-47C7-BD87-6E3C42E39DEE}"/>
          </ac:spMkLst>
        </pc:spChg>
        <pc:spChg chg="add mod">
          <ac:chgData name="JUAN NAYA" userId="b6326d2b-e2b2-48c6-abf7-776dd5914920" providerId="ADAL" clId="{3A2C6918-C6DD-402B-A387-EFA5978523B9}" dt="2026-04-08T05:09:17.304" v="491"/>
          <ac:spMkLst>
            <pc:docMk/>
            <pc:sldMk cId="2571895409" sldId="285"/>
            <ac:spMk id="19" creationId="{265021C0-A25C-4503-ABC1-8DA538FAA0E0}"/>
          </ac:spMkLst>
        </pc:spChg>
        <pc:spChg chg="add mod">
          <ac:chgData name="JUAN NAYA" userId="b6326d2b-e2b2-48c6-abf7-776dd5914920" providerId="ADAL" clId="{3A2C6918-C6DD-402B-A387-EFA5978523B9}" dt="2026-04-08T05:09:17.309" v="494"/>
          <ac:spMkLst>
            <pc:docMk/>
            <pc:sldMk cId="2571895409" sldId="285"/>
            <ac:spMk id="20" creationId="{1BC2BE15-8E84-4CF2-A8B4-79AFED7CDB19}"/>
          </ac:spMkLst>
        </pc:spChg>
        <pc:spChg chg="add mod">
          <ac:chgData name="JUAN NAYA" userId="b6326d2b-e2b2-48c6-abf7-776dd5914920" providerId="ADAL" clId="{3A2C6918-C6DD-402B-A387-EFA5978523B9}" dt="2026-04-08T05:09:17.313" v="497"/>
          <ac:spMkLst>
            <pc:docMk/>
            <pc:sldMk cId="2571895409" sldId="285"/>
            <ac:spMk id="21" creationId="{4BAD5A14-BB6E-45D6-9A7A-1E0A2B0A3A50}"/>
          </ac:spMkLst>
        </pc:spChg>
        <pc:spChg chg="add mod">
          <ac:chgData name="JUAN NAYA" userId="b6326d2b-e2b2-48c6-abf7-776dd5914920" providerId="ADAL" clId="{3A2C6918-C6DD-402B-A387-EFA5978523B9}" dt="2026-04-08T05:09:17.318" v="500"/>
          <ac:spMkLst>
            <pc:docMk/>
            <pc:sldMk cId="2571895409" sldId="285"/>
            <ac:spMk id="22" creationId="{8F06381C-376C-4C13-844C-C6E10A92497C}"/>
          </ac:spMkLst>
        </pc:spChg>
      </pc:sldChg>
      <pc:sldChg chg="addSp modSp new del mod setBg">
        <pc:chgData name="JUAN NAYA" userId="b6326d2b-e2b2-48c6-abf7-776dd5914920" providerId="ADAL" clId="{3A2C6918-C6DD-402B-A387-EFA5978523B9}" dt="2026-04-08T05:12:19.135" v="597" actId="2696"/>
        <pc:sldMkLst>
          <pc:docMk/>
          <pc:sldMk cId="3818734683" sldId="286"/>
        </pc:sldMkLst>
        <pc:spChg chg="add mod ord">
          <ac:chgData name="JUAN NAYA" userId="b6326d2b-e2b2-48c6-abf7-776dd5914920" providerId="ADAL" clId="{3A2C6918-C6DD-402B-A387-EFA5978523B9}" dt="2026-04-08T05:09:29.925" v="506"/>
          <ac:spMkLst>
            <pc:docMk/>
            <pc:sldMk cId="3818734683" sldId="286"/>
            <ac:spMk id="2" creationId="{5A55D13F-D699-4FD8-AD26-FCB487237DDE}"/>
          </ac:spMkLst>
        </pc:spChg>
        <pc:spChg chg="add mod">
          <ac:chgData name="JUAN NAYA" userId="b6326d2b-e2b2-48c6-abf7-776dd5914920" providerId="ADAL" clId="{3A2C6918-C6DD-402B-A387-EFA5978523B9}" dt="2026-04-08T05:09:29.929" v="509"/>
          <ac:spMkLst>
            <pc:docMk/>
            <pc:sldMk cId="3818734683" sldId="286"/>
            <ac:spMk id="3" creationId="{5EB88B40-421C-4384-86EF-1356632AD8E7}"/>
          </ac:spMkLst>
        </pc:spChg>
        <pc:spChg chg="add mod">
          <ac:chgData name="JUAN NAYA" userId="b6326d2b-e2b2-48c6-abf7-776dd5914920" providerId="ADAL" clId="{3A2C6918-C6DD-402B-A387-EFA5978523B9}" dt="2026-04-08T05:09:29.934" v="512"/>
          <ac:spMkLst>
            <pc:docMk/>
            <pc:sldMk cId="3818734683" sldId="286"/>
            <ac:spMk id="4" creationId="{95E67C85-31B4-4F90-91C0-CD125AB751BD}"/>
          </ac:spMkLst>
        </pc:spChg>
        <pc:spChg chg="add mod">
          <ac:chgData name="JUAN NAYA" userId="b6326d2b-e2b2-48c6-abf7-776dd5914920" providerId="ADAL" clId="{3A2C6918-C6DD-402B-A387-EFA5978523B9}" dt="2026-04-08T05:09:29.938" v="515"/>
          <ac:spMkLst>
            <pc:docMk/>
            <pc:sldMk cId="3818734683" sldId="286"/>
            <ac:spMk id="5" creationId="{724AB5B7-1792-4F8F-8403-D0E99D1F0E51}"/>
          </ac:spMkLst>
        </pc:spChg>
        <pc:spChg chg="add mod">
          <ac:chgData name="JUAN NAYA" userId="b6326d2b-e2b2-48c6-abf7-776dd5914920" providerId="ADAL" clId="{3A2C6918-C6DD-402B-A387-EFA5978523B9}" dt="2026-04-08T05:09:29.942" v="518"/>
          <ac:spMkLst>
            <pc:docMk/>
            <pc:sldMk cId="3818734683" sldId="286"/>
            <ac:spMk id="6" creationId="{171D6055-38FA-495F-8184-7D8BF19B905C}"/>
          </ac:spMkLst>
        </pc:spChg>
        <pc:spChg chg="add mod">
          <ac:chgData name="JUAN NAYA" userId="b6326d2b-e2b2-48c6-abf7-776dd5914920" providerId="ADAL" clId="{3A2C6918-C6DD-402B-A387-EFA5978523B9}" dt="2026-04-08T05:09:29.947" v="521"/>
          <ac:spMkLst>
            <pc:docMk/>
            <pc:sldMk cId="3818734683" sldId="286"/>
            <ac:spMk id="7" creationId="{7D2F89D9-C3F4-4B67-8671-8007FBC44EB4}"/>
          </ac:spMkLst>
        </pc:spChg>
        <pc:spChg chg="add mod">
          <ac:chgData name="JUAN NAYA" userId="b6326d2b-e2b2-48c6-abf7-776dd5914920" providerId="ADAL" clId="{3A2C6918-C6DD-402B-A387-EFA5978523B9}" dt="2026-04-08T05:09:29.953" v="524"/>
          <ac:spMkLst>
            <pc:docMk/>
            <pc:sldMk cId="3818734683" sldId="286"/>
            <ac:spMk id="8" creationId="{3038FE2D-D296-4745-9E0A-CD22E91CADDC}"/>
          </ac:spMkLst>
        </pc:spChg>
        <pc:spChg chg="add mod">
          <ac:chgData name="JUAN NAYA" userId="b6326d2b-e2b2-48c6-abf7-776dd5914920" providerId="ADAL" clId="{3A2C6918-C6DD-402B-A387-EFA5978523B9}" dt="2026-04-08T05:09:29.957" v="527"/>
          <ac:spMkLst>
            <pc:docMk/>
            <pc:sldMk cId="3818734683" sldId="286"/>
            <ac:spMk id="9" creationId="{2B8D8671-9B66-483B-ABBA-3F1B0D90D124}"/>
          </ac:spMkLst>
        </pc:spChg>
        <pc:spChg chg="add mod">
          <ac:chgData name="JUAN NAYA" userId="b6326d2b-e2b2-48c6-abf7-776dd5914920" providerId="ADAL" clId="{3A2C6918-C6DD-402B-A387-EFA5978523B9}" dt="2026-04-08T05:09:29.962" v="530"/>
          <ac:spMkLst>
            <pc:docMk/>
            <pc:sldMk cId="3818734683" sldId="286"/>
            <ac:spMk id="10" creationId="{5096A440-0C8E-4D03-A64B-36DFEEAC4462}"/>
          </ac:spMkLst>
        </pc:spChg>
        <pc:spChg chg="add mod">
          <ac:chgData name="JUAN NAYA" userId="b6326d2b-e2b2-48c6-abf7-776dd5914920" providerId="ADAL" clId="{3A2C6918-C6DD-402B-A387-EFA5978523B9}" dt="2026-04-08T05:09:29.968" v="533"/>
          <ac:spMkLst>
            <pc:docMk/>
            <pc:sldMk cId="3818734683" sldId="286"/>
            <ac:spMk id="11" creationId="{6957C978-9175-49BF-B5C8-4FE7706135CF}"/>
          </ac:spMkLst>
        </pc:spChg>
        <pc:spChg chg="add mod">
          <ac:chgData name="JUAN NAYA" userId="b6326d2b-e2b2-48c6-abf7-776dd5914920" providerId="ADAL" clId="{3A2C6918-C6DD-402B-A387-EFA5978523B9}" dt="2026-04-08T05:09:29.973" v="536"/>
          <ac:spMkLst>
            <pc:docMk/>
            <pc:sldMk cId="3818734683" sldId="286"/>
            <ac:spMk id="12" creationId="{5184D176-A367-4C87-8590-49836FDF1634}"/>
          </ac:spMkLst>
        </pc:spChg>
        <pc:spChg chg="add mod">
          <ac:chgData name="JUAN NAYA" userId="b6326d2b-e2b2-48c6-abf7-776dd5914920" providerId="ADAL" clId="{3A2C6918-C6DD-402B-A387-EFA5978523B9}" dt="2026-04-08T05:09:29.978" v="539"/>
          <ac:spMkLst>
            <pc:docMk/>
            <pc:sldMk cId="3818734683" sldId="286"/>
            <ac:spMk id="13" creationId="{3C52FCB2-F152-44A4-A8CB-CF7BC97BD66E}"/>
          </ac:spMkLst>
        </pc:spChg>
      </pc:sldChg>
      <pc:sldChg chg="addSp modSp new del mod setBg">
        <pc:chgData name="JUAN NAYA" userId="b6326d2b-e2b2-48c6-abf7-776dd5914920" providerId="ADAL" clId="{3A2C6918-C6DD-402B-A387-EFA5978523B9}" dt="2026-04-08T05:12:19.135" v="597" actId="2696"/>
        <pc:sldMkLst>
          <pc:docMk/>
          <pc:sldMk cId="2139953500" sldId="287"/>
        </pc:sldMkLst>
        <pc:spChg chg="add mod ord">
          <ac:chgData name="JUAN NAYA" userId="b6326d2b-e2b2-48c6-abf7-776dd5914920" providerId="ADAL" clId="{3A2C6918-C6DD-402B-A387-EFA5978523B9}" dt="2026-04-08T05:09:53.566" v="545"/>
          <ac:spMkLst>
            <pc:docMk/>
            <pc:sldMk cId="2139953500" sldId="287"/>
            <ac:spMk id="2" creationId="{B13D1CF6-5A10-49C6-9F2A-53F8C68F2F6A}"/>
          </ac:spMkLst>
        </pc:spChg>
        <pc:spChg chg="add mod">
          <ac:chgData name="JUAN NAYA" userId="b6326d2b-e2b2-48c6-abf7-776dd5914920" providerId="ADAL" clId="{3A2C6918-C6DD-402B-A387-EFA5978523B9}" dt="2026-04-08T05:09:53.570" v="548"/>
          <ac:spMkLst>
            <pc:docMk/>
            <pc:sldMk cId="2139953500" sldId="287"/>
            <ac:spMk id="3" creationId="{9375D416-BA8B-414F-8551-42E50912DE95}"/>
          </ac:spMkLst>
        </pc:spChg>
        <pc:spChg chg="add mod">
          <ac:chgData name="JUAN NAYA" userId="b6326d2b-e2b2-48c6-abf7-776dd5914920" providerId="ADAL" clId="{3A2C6918-C6DD-402B-A387-EFA5978523B9}" dt="2026-04-08T05:09:53.574" v="551"/>
          <ac:spMkLst>
            <pc:docMk/>
            <pc:sldMk cId="2139953500" sldId="287"/>
            <ac:spMk id="4" creationId="{2F2F9311-CF93-4927-9241-BFCB8B299DA8}"/>
          </ac:spMkLst>
        </pc:spChg>
        <pc:spChg chg="add mod">
          <ac:chgData name="JUAN NAYA" userId="b6326d2b-e2b2-48c6-abf7-776dd5914920" providerId="ADAL" clId="{3A2C6918-C6DD-402B-A387-EFA5978523B9}" dt="2026-04-08T05:09:53.578" v="554"/>
          <ac:spMkLst>
            <pc:docMk/>
            <pc:sldMk cId="2139953500" sldId="287"/>
            <ac:spMk id="5" creationId="{6B372EEF-9FAF-4C70-82E1-46B3D2180F48}"/>
          </ac:spMkLst>
        </pc:spChg>
        <pc:spChg chg="add mod">
          <ac:chgData name="JUAN NAYA" userId="b6326d2b-e2b2-48c6-abf7-776dd5914920" providerId="ADAL" clId="{3A2C6918-C6DD-402B-A387-EFA5978523B9}" dt="2026-04-08T05:09:53.582" v="557"/>
          <ac:spMkLst>
            <pc:docMk/>
            <pc:sldMk cId="2139953500" sldId="287"/>
            <ac:spMk id="6" creationId="{013F7C65-BDAA-49DA-A7B8-5847BA3AF4DA}"/>
          </ac:spMkLst>
        </pc:spChg>
        <pc:spChg chg="add mod">
          <ac:chgData name="JUAN NAYA" userId="b6326d2b-e2b2-48c6-abf7-776dd5914920" providerId="ADAL" clId="{3A2C6918-C6DD-402B-A387-EFA5978523B9}" dt="2026-04-08T05:09:53.585" v="560"/>
          <ac:spMkLst>
            <pc:docMk/>
            <pc:sldMk cId="2139953500" sldId="287"/>
            <ac:spMk id="7" creationId="{F7096829-6946-472D-9254-039377159AAA}"/>
          </ac:spMkLst>
        </pc:spChg>
        <pc:spChg chg="add mod">
          <ac:chgData name="JUAN NAYA" userId="b6326d2b-e2b2-48c6-abf7-776dd5914920" providerId="ADAL" clId="{3A2C6918-C6DD-402B-A387-EFA5978523B9}" dt="2026-04-08T05:09:53.589" v="563"/>
          <ac:spMkLst>
            <pc:docMk/>
            <pc:sldMk cId="2139953500" sldId="287"/>
            <ac:spMk id="8" creationId="{4627A74B-3DDC-421C-9B21-CAFA6719DB13}"/>
          </ac:spMkLst>
        </pc:spChg>
        <pc:spChg chg="add mod">
          <ac:chgData name="JUAN NAYA" userId="b6326d2b-e2b2-48c6-abf7-776dd5914920" providerId="ADAL" clId="{3A2C6918-C6DD-402B-A387-EFA5978523B9}" dt="2026-04-08T05:09:53.593" v="566"/>
          <ac:spMkLst>
            <pc:docMk/>
            <pc:sldMk cId="2139953500" sldId="287"/>
            <ac:spMk id="9" creationId="{80F265EA-65DC-4471-86B0-2F462AC55BFC}"/>
          </ac:spMkLst>
        </pc:spChg>
        <pc:spChg chg="add mod">
          <ac:chgData name="JUAN NAYA" userId="b6326d2b-e2b2-48c6-abf7-776dd5914920" providerId="ADAL" clId="{3A2C6918-C6DD-402B-A387-EFA5978523B9}" dt="2026-04-08T05:09:53.597" v="569"/>
          <ac:spMkLst>
            <pc:docMk/>
            <pc:sldMk cId="2139953500" sldId="287"/>
            <ac:spMk id="10" creationId="{36C0ED94-D30E-4C5A-941D-BC4443957569}"/>
          </ac:spMkLst>
        </pc:spChg>
        <pc:spChg chg="add mod">
          <ac:chgData name="JUAN NAYA" userId="b6326d2b-e2b2-48c6-abf7-776dd5914920" providerId="ADAL" clId="{3A2C6918-C6DD-402B-A387-EFA5978523B9}" dt="2026-04-08T05:09:53.600" v="572"/>
          <ac:spMkLst>
            <pc:docMk/>
            <pc:sldMk cId="2139953500" sldId="287"/>
            <ac:spMk id="11" creationId="{D003C419-5323-42A6-B3D7-21BD3FDA41C3}"/>
          </ac:spMkLst>
        </pc:spChg>
        <pc:spChg chg="add mod">
          <ac:chgData name="JUAN NAYA" userId="b6326d2b-e2b2-48c6-abf7-776dd5914920" providerId="ADAL" clId="{3A2C6918-C6DD-402B-A387-EFA5978523B9}" dt="2026-04-08T05:09:53.604" v="575"/>
          <ac:spMkLst>
            <pc:docMk/>
            <pc:sldMk cId="2139953500" sldId="287"/>
            <ac:spMk id="12" creationId="{F9141702-D64A-4A3B-8969-9FDE9C0FEBC9}"/>
          </ac:spMkLst>
        </pc:spChg>
        <pc:spChg chg="add mod">
          <ac:chgData name="JUAN NAYA" userId="b6326d2b-e2b2-48c6-abf7-776dd5914920" providerId="ADAL" clId="{3A2C6918-C6DD-402B-A387-EFA5978523B9}" dt="2026-04-08T05:09:53.608" v="578"/>
          <ac:spMkLst>
            <pc:docMk/>
            <pc:sldMk cId="2139953500" sldId="287"/>
            <ac:spMk id="13" creationId="{239B4904-8B0B-45BC-A46D-F36EBE080471}"/>
          </ac:spMkLst>
        </pc:spChg>
        <pc:spChg chg="add mod">
          <ac:chgData name="JUAN NAYA" userId="b6326d2b-e2b2-48c6-abf7-776dd5914920" providerId="ADAL" clId="{3A2C6918-C6DD-402B-A387-EFA5978523B9}" dt="2026-04-08T05:09:53.611" v="581"/>
          <ac:spMkLst>
            <pc:docMk/>
            <pc:sldMk cId="2139953500" sldId="287"/>
            <ac:spMk id="14" creationId="{D4B2CFF0-C18A-4FB5-8D4D-EF20720D6A57}"/>
          </ac:spMkLst>
        </pc:spChg>
        <pc:spChg chg="add mod">
          <ac:chgData name="JUAN NAYA" userId="b6326d2b-e2b2-48c6-abf7-776dd5914920" providerId="ADAL" clId="{3A2C6918-C6DD-402B-A387-EFA5978523B9}" dt="2026-04-08T05:09:53.615" v="584"/>
          <ac:spMkLst>
            <pc:docMk/>
            <pc:sldMk cId="2139953500" sldId="287"/>
            <ac:spMk id="15" creationId="{A30E7BA7-546E-469A-BBBE-5FC0463AD90E}"/>
          </ac:spMkLst>
        </pc:spChg>
        <pc:spChg chg="add mod">
          <ac:chgData name="JUAN NAYA" userId="b6326d2b-e2b2-48c6-abf7-776dd5914920" providerId="ADAL" clId="{3A2C6918-C6DD-402B-A387-EFA5978523B9}" dt="2026-04-08T05:09:53.618" v="587"/>
          <ac:spMkLst>
            <pc:docMk/>
            <pc:sldMk cId="2139953500" sldId="287"/>
            <ac:spMk id="16" creationId="{32CF42D9-9D03-41D0-AB48-09632856B7A8}"/>
          </ac:spMkLst>
        </pc:spChg>
        <pc:spChg chg="add mod">
          <ac:chgData name="JUAN NAYA" userId="b6326d2b-e2b2-48c6-abf7-776dd5914920" providerId="ADAL" clId="{3A2C6918-C6DD-402B-A387-EFA5978523B9}" dt="2026-04-08T05:09:53.622" v="590"/>
          <ac:spMkLst>
            <pc:docMk/>
            <pc:sldMk cId="2139953500" sldId="287"/>
            <ac:spMk id="17" creationId="{2FF45D23-249C-443D-8C5A-E4F3E9CCBDF4}"/>
          </ac:spMkLst>
        </pc:spChg>
        <pc:spChg chg="add mod">
          <ac:chgData name="JUAN NAYA" userId="b6326d2b-e2b2-48c6-abf7-776dd5914920" providerId="ADAL" clId="{3A2C6918-C6DD-402B-A387-EFA5978523B9}" dt="2026-04-08T05:09:53.625" v="593"/>
          <ac:spMkLst>
            <pc:docMk/>
            <pc:sldMk cId="2139953500" sldId="287"/>
            <ac:spMk id="18" creationId="{CFBFDF03-C9A8-46F0-AA5A-3B154398CD88}"/>
          </ac:spMkLst>
        </pc:spChg>
        <pc:spChg chg="add mod">
          <ac:chgData name="JUAN NAYA" userId="b6326d2b-e2b2-48c6-abf7-776dd5914920" providerId="ADAL" clId="{3A2C6918-C6DD-402B-A387-EFA5978523B9}" dt="2026-04-08T05:09:53.629" v="596"/>
          <ac:spMkLst>
            <pc:docMk/>
            <pc:sldMk cId="2139953500" sldId="287"/>
            <ac:spMk id="19" creationId="{0259BB3E-9840-407F-AFD7-D9AE7C8A9E65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C66BEB-5F11-4919-806E-17DF3B2078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C0CC704-175E-471D-BC3B-F1116A5298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F4D8887-C957-4040-9CC9-57237BB1FD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4BB79-BE4E-4EB8-A596-5D18FFE702A5}" type="datetimeFigureOut">
              <a:rPr lang="es-ES" smtClean="0"/>
              <a:t>08/04/2026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B32A23C-2C00-405D-894C-09E179E638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93700AA-3218-475B-A4D1-1520E0EF2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FACE8-6D00-4461-AEE3-11E99A02A09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668348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9AF632-C2FA-4CD6-A69C-3E6E92ABD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17B2E92-A1CC-47EB-977A-97057D4FEE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E970352-6F4F-4C86-9BB9-70B95A8B79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4BB79-BE4E-4EB8-A596-5D18FFE702A5}" type="datetimeFigureOut">
              <a:rPr lang="es-ES" smtClean="0"/>
              <a:t>08/04/2026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221ADD5-269D-4EBE-9134-84FA30F491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255C09E-30A1-4495-AFFB-1CE8184A67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FACE8-6D00-4461-AEE3-11E99A02A09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350174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6BD31B-F7F5-47F2-A5E5-51DD6B012A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6DDC4AB-230B-4FAE-9C57-4DEB473D13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7D5380D-7E29-4BD0-9C48-AAB6A89DC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4BB79-BE4E-4EB8-A596-5D18FFE702A5}" type="datetimeFigureOut">
              <a:rPr lang="es-ES" smtClean="0"/>
              <a:t>08/04/2026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6019159-FBD9-45BC-883B-362DAF73E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6B67E12-F59C-44D8-A817-46E087F350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FACE8-6D00-4461-AEE3-11E99A02A09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680671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FB47D7-35DB-4C8F-884F-83EA92A65D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38F2E07-824C-485F-8F7C-C52C22826D8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6735357-61CF-40F4-AA6A-EC99BDD224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E07FB76-1EEF-4438-94E2-C99BB79E67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4BB79-BE4E-4EB8-A596-5D18FFE702A5}" type="datetimeFigureOut">
              <a:rPr lang="es-ES" smtClean="0"/>
              <a:t>08/04/2026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18456CA-66B8-48B8-BE60-ED43C50FA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E504B16-6726-4471-B18E-05585D752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FACE8-6D00-4461-AEE3-11E99A02A09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417051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95388D-E281-4A62-92E5-31877D119C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E2FF25D-CBBC-458C-BEF7-4D1F2F84C9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7BF1668-C991-486C-9D62-15FC5852D5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88AF71A-FB19-4732-BEB4-C8EA2F5EC6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77F0D836-D711-4F98-B64C-E6A55B4055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765F543-17B2-479E-AE74-6D3AF14FE4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4BB79-BE4E-4EB8-A596-5D18FFE702A5}" type="datetimeFigureOut">
              <a:rPr lang="es-ES" smtClean="0"/>
              <a:t>08/04/2026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01489D97-1BBD-4189-8123-1E4959172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70F7F9ED-2AFB-417B-92AC-1E024BE5C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FACE8-6D00-4461-AEE3-11E99A02A09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36193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1338D3-6CEF-4E4D-8B37-3535EAC033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FE57748C-C4B5-41FB-820A-CD5760FAB2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4BB79-BE4E-4EB8-A596-5D18FFE702A5}" type="datetimeFigureOut">
              <a:rPr lang="es-ES" smtClean="0"/>
              <a:t>08/04/2026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C546B3E9-7A14-4591-9C03-8AFCED807B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277B2BC-02E8-4DF1-BCFD-DD205EA35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FACE8-6D00-4461-AEE3-11E99A02A09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128397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1D18E73-D274-43D5-84F3-F54DEF5C38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4BB79-BE4E-4EB8-A596-5D18FFE702A5}" type="datetimeFigureOut">
              <a:rPr lang="es-ES" smtClean="0"/>
              <a:t>08/04/2026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6E034347-4A40-4021-B066-BC6E0CDE09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DB98A4D-5167-4C42-B4E4-D5FE7F444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FACE8-6D00-4461-AEE3-11E99A02A09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838574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179C2D-CF92-4CF0-B2EB-EACC7D6F18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8381ECD-9D54-4DC9-8549-612378E2B6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3D2D642-0635-4B4A-8041-7FA59CCFD1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DB70E42-A3E4-4140-B063-300729F921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4BB79-BE4E-4EB8-A596-5D18FFE702A5}" type="datetimeFigureOut">
              <a:rPr lang="es-ES" smtClean="0"/>
              <a:t>08/04/2026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36234F7-6842-490F-BBDB-1081E0C07D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3A21A25-6FB2-4CBE-850C-7C67E1765D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FACE8-6D00-4461-AEE3-11E99A02A09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358404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B4DB8A-D3CE-406E-B4C2-A163F42290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ED308BEB-41D8-4FD4-8B09-F4408FEEE8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CD83DCC-E4CD-4DBD-B95D-BC966729C7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DE31046-126F-4386-9601-8D14A3561D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4BB79-BE4E-4EB8-A596-5D18FFE702A5}" type="datetimeFigureOut">
              <a:rPr lang="es-ES" smtClean="0"/>
              <a:t>08/04/2026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42D8111-04A7-4E10-997F-F2F151A79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28CBB86-E959-4668-B0E4-3741FB9297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FACE8-6D00-4461-AEE3-11E99A02A09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509240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4A95CD-4991-40F4-AE6E-40648669C7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A9A5056-6A4A-442A-9A19-5FEB504BCB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FE37BE1-D782-46FC-A613-7716D5186F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4BB79-BE4E-4EB8-A596-5D18FFE702A5}" type="datetimeFigureOut">
              <a:rPr lang="es-ES" smtClean="0"/>
              <a:t>08/04/2026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DDAC766-FBA0-4005-8B69-18A76E2051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9F7600E-D190-4C48-B452-36FE32EEBA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FACE8-6D00-4461-AEE3-11E99A02A09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539259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511EA03-5E3A-4AF0-96D6-83A381F765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CB02F30-59BE-4FF3-8728-7E24A41CBA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584FF06-B7A8-460F-8CDC-9202528EF5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4BB79-BE4E-4EB8-A596-5D18FFE702A5}" type="datetimeFigureOut">
              <a:rPr lang="es-ES" smtClean="0"/>
              <a:t>08/04/2026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D359E45-23AC-4A7F-9BD1-6C251AD30F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753EAB7-17FE-4FD0-9A45-31ED2384A3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FACE8-6D00-4461-AEE3-11E99A02A09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640456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1F4B1B9F-C334-4DCC-9208-5A7BBB3C23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47FBDC8-9B67-46C4-B81E-932E8AAADA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677F95F-1F8B-4492-962D-FEE7A3E337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64BB79-BE4E-4EB8-A596-5D18FFE702A5}" type="datetimeFigureOut">
              <a:rPr lang="es-ES" smtClean="0"/>
              <a:t>08/04/2026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861ADD3-103C-4632-8BEE-6B59BA1D4D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2AC4FF5-82D1-4B48-AF80-018C0D4323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BFACE8-6D00-4461-AEE3-11E99A02A09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373065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2" Type="http://schemas.openxmlformats.org/officeDocument/2006/relationships/image" Target="../media/image12.png"/><Relationship Id="rId16" Type="http://schemas.openxmlformats.org/officeDocument/2006/relationships/image" Target="../media/image26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5" Type="http://schemas.openxmlformats.org/officeDocument/2006/relationships/image" Target="../media/image25.sv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Relationship Id="rId14" Type="http://schemas.openxmlformats.org/officeDocument/2006/relationships/image" Target="../media/image2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DD19BB-D653-D924-E25B-1412545A5E8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/>
              <a:t>Plantillas CONTOSO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3447581-4BE8-9552-CDFC-90F744C5CDA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5" name="Imagen 4" descr="Logotipo&#10;&#10;El contenido generado por IA puede ser incorrecto.">
            <a:extLst>
              <a:ext uri="{FF2B5EF4-FFF2-40B4-BE49-F238E27FC236}">
                <a16:creationId xmlns:a16="http://schemas.microsoft.com/office/drawing/2014/main" id="{F97782DA-C407-591F-29FF-AFB22F6E05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7410" y="653620"/>
            <a:ext cx="6337271" cy="1532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96886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15EBA0-AE57-66F1-DB3A-E86E5B8074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Iconos</a:t>
            </a:r>
          </a:p>
        </p:txBody>
      </p:sp>
      <p:pic>
        <p:nvPicPr>
          <p:cNvPr id="5" name="Marcador de contenido 4" descr="Filtro con relleno sólido">
            <a:extLst>
              <a:ext uri="{FF2B5EF4-FFF2-40B4-BE49-F238E27FC236}">
                <a16:creationId xmlns:a16="http://schemas.microsoft.com/office/drawing/2014/main" id="{F7F7D762-D4DF-E602-CD52-7BF6DB3E79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473200" y="1690688"/>
            <a:ext cx="914400" cy="914400"/>
          </a:xfrm>
        </p:spPr>
      </p:pic>
    </p:spTree>
    <p:extLst>
      <p:ext uri="{BB962C8B-B14F-4D97-AF65-F5344CB8AC3E}">
        <p14:creationId xmlns:p14="http://schemas.microsoft.com/office/powerpoint/2010/main" val="13980197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77330A-606B-1A8D-0619-CA8561106C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ángulo 16">
            <a:extLst>
              <a:ext uri="{FF2B5EF4-FFF2-40B4-BE49-F238E27FC236}">
                <a16:creationId xmlns:a16="http://schemas.microsoft.com/office/drawing/2014/main" id="{685EAA25-9ABE-0EA0-B257-BEA9D649B097}"/>
              </a:ext>
            </a:extLst>
          </p:cNvPr>
          <p:cNvSpPr/>
          <p:nvPr/>
        </p:nvSpPr>
        <p:spPr>
          <a:xfrm>
            <a:off x="0" y="1"/>
            <a:ext cx="7741920" cy="685799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887546CE-EB12-CCA5-7B85-85B8E49EA4A4}"/>
              </a:ext>
            </a:extLst>
          </p:cNvPr>
          <p:cNvCxnSpPr>
            <a:cxnSpLocks/>
          </p:cNvCxnSpPr>
          <p:nvPr/>
        </p:nvCxnSpPr>
        <p:spPr>
          <a:xfrm>
            <a:off x="330008" y="1433203"/>
            <a:ext cx="6652260" cy="0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Imagen 18" descr="Un dibujo de una cara feliz&#10;&#10;El contenido generado por IA puede ser incorrecto.">
            <a:extLst>
              <a:ext uri="{FF2B5EF4-FFF2-40B4-BE49-F238E27FC236}">
                <a16:creationId xmlns:a16="http://schemas.microsoft.com/office/drawing/2014/main" id="{5EFCBC44-C669-DA25-1547-5FA2D8A9A8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008" y="334850"/>
            <a:ext cx="3662872" cy="881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25181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ángulo 16">
            <a:extLst>
              <a:ext uri="{FF2B5EF4-FFF2-40B4-BE49-F238E27FC236}">
                <a16:creationId xmlns:a16="http://schemas.microsoft.com/office/drawing/2014/main" id="{E140073E-A400-4B86-8D6C-029DEF77831D}"/>
              </a:ext>
            </a:extLst>
          </p:cNvPr>
          <p:cNvSpPr/>
          <p:nvPr/>
        </p:nvSpPr>
        <p:spPr>
          <a:xfrm>
            <a:off x="-38001" y="-1"/>
            <a:ext cx="12616976" cy="685799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134E85F7-99DD-4E3B-93FC-1BD28F73F0BC}"/>
              </a:ext>
            </a:extLst>
          </p:cNvPr>
          <p:cNvCxnSpPr/>
          <p:nvPr/>
        </p:nvCxnSpPr>
        <p:spPr>
          <a:xfrm>
            <a:off x="121920" y="756000"/>
            <a:ext cx="12192000" cy="0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Imagen 1" descr="Un dibujo de una cara feliz&#10;&#10;El contenido generado por IA puede ser incorrecto.">
            <a:extLst>
              <a:ext uri="{FF2B5EF4-FFF2-40B4-BE49-F238E27FC236}">
                <a16:creationId xmlns:a16="http://schemas.microsoft.com/office/drawing/2014/main" id="{F4D41753-3762-2732-FCCC-0A8C973B9B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" y="129533"/>
            <a:ext cx="2064846" cy="496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46904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ángulo 16">
            <a:extLst>
              <a:ext uri="{FF2B5EF4-FFF2-40B4-BE49-F238E27FC236}">
                <a16:creationId xmlns:a16="http://schemas.microsoft.com/office/drawing/2014/main" id="{E140073E-A400-4B86-8D6C-029DEF77831D}"/>
              </a:ext>
            </a:extLst>
          </p:cNvPr>
          <p:cNvSpPr/>
          <p:nvPr/>
        </p:nvSpPr>
        <p:spPr>
          <a:xfrm>
            <a:off x="0" y="2635047"/>
            <a:ext cx="12192000" cy="422295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E8094438-32AC-405A-B94C-E75F59B24D78}"/>
              </a:ext>
            </a:extLst>
          </p:cNvPr>
          <p:cNvSpPr/>
          <p:nvPr/>
        </p:nvSpPr>
        <p:spPr>
          <a:xfrm>
            <a:off x="330009" y="814374"/>
            <a:ext cx="2048806" cy="962504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>
            <a:innerShdw blurRad="63500" dist="50800" dir="18900000">
              <a:schemeClr val="accent1">
                <a:lumMod val="60000"/>
                <a:lumOff val="40000"/>
                <a:alpha val="5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C0BE276F-A08A-4C8B-9C42-F34275B50BAA}"/>
              </a:ext>
            </a:extLst>
          </p:cNvPr>
          <p:cNvSpPr/>
          <p:nvPr/>
        </p:nvSpPr>
        <p:spPr>
          <a:xfrm>
            <a:off x="2543819" y="814374"/>
            <a:ext cx="2048806" cy="962504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>
                <a:lumMod val="75000"/>
              </a:schemeClr>
            </a:solidFill>
          </a:ln>
          <a:effectLst>
            <a:innerShdw blurRad="63500" dist="50800" dir="18900000">
              <a:schemeClr val="accent1">
                <a:lumMod val="60000"/>
                <a:lumOff val="40000"/>
                <a:alpha val="5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31133114-FA44-4688-BC9A-DB8B25A148D2}"/>
              </a:ext>
            </a:extLst>
          </p:cNvPr>
          <p:cNvSpPr/>
          <p:nvPr/>
        </p:nvSpPr>
        <p:spPr>
          <a:xfrm>
            <a:off x="4757629" y="814374"/>
            <a:ext cx="2048806" cy="962504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>
            <a:innerShdw blurRad="63500" dist="50800" dir="18900000">
              <a:schemeClr val="accent1">
                <a:lumMod val="60000"/>
                <a:lumOff val="40000"/>
                <a:alpha val="5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49C51702-F5F8-47E6-ABBB-BBF7E80AB24E}"/>
              </a:ext>
            </a:extLst>
          </p:cNvPr>
          <p:cNvSpPr/>
          <p:nvPr/>
        </p:nvSpPr>
        <p:spPr>
          <a:xfrm>
            <a:off x="6971439" y="814374"/>
            <a:ext cx="4890552" cy="962499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>
            <a:innerShdw blurRad="63500" dist="50800" dir="18900000">
              <a:schemeClr val="accent1">
                <a:lumMod val="60000"/>
                <a:lumOff val="40000"/>
                <a:alpha val="5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grpSp>
        <p:nvGrpSpPr>
          <p:cNvPr id="16" name="Grupo 15">
            <a:extLst>
              <a:ext uri="{FF2B5EF4-FFF2-40B4-BE49-F238E27FC236}">
                <a16:creationId xmlns:a16="http://schemas.microsoft.com/office/drawing/2014/main" id="{C8621773-0BA8-4F8C-B1C0-77765E6A87A3}"/>
              </a:ext>
            </a:extLst>
          </p:cNvPr>
          <p:cNvGrpSpPr/>
          <p:nvPr/>
        </p:nvGrpSpPr>
        <p:grpSpPr>
          <a:xfrm>
            <a:off x="330010" y="1922172"/>
            <a:ext cx="3643850" cy="4680000"/>
            <a:chOff x="405634" y="1815051"/>
            <a:chExt cx="4186991" cy="4836651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12" name="Rectángulo: esquinas redondeadas 11">
              <a:extLst>
                <a:ext uri="{FF2B5EF4-FFF2-40B4-BE49-F238E27FC236}">
                  <a16:creationId xmlns:a16="http://schemas.microsoft.com/office/drawing/2014/main" id="{89945CEF-6007-4437-9EFC-F9DB13FD8755}"/>
                </a:ext>
              </a:extLst>
            </p:cNvPr>
            <p:cNvSpPr/>
            <p:nvPr/>
          </p:nvSpPr>
          <p:spPr>
            <a:xfrm>
              <a:off x="405636" y="1815051"/>
              <a:ext cx="4186989" cy="859398"/>
            </a:xfrm>
            <a:prstGeom prst="roundRect">
              <a:avLst>
                <a:gd name="adj" fmla="val 14937"/>
              </a:avLst>
            </a:prstGeom>
            <a:solidFill>
              <a:srgbClr val="2F5BCC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14" name="Rectángulo: esquinas redondeadas 13">
              <a:extLst>
                <a:ext uri="{FF2B5EF4-FFF2-40B4-BE49-F238E27FC236}">
                  <a16:creationId xmlns:a16="http://schemas.microsoft.com/office/drawing/2014/main" id="{59940379-02EF-45FF-A1E5-470A9AFC97E4}"/>
                </a:ext>
              </a:extLst>
            </p:cNvPr>
            <p:cNvSpPr/>
            <p:nvPr/>
          </p:nvSpPr>
          <p:spPr>
            <a:xfrm>
              <a:off x="405634" y="2780971"/>
              <a:ext cx="4186989" cy="3870731"/>
            </a:xfrm>
            <a:prstGeom prst="roundRect">
              <a:avLst>
                <a:gd name="adj" fmla="val 5337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5" name="Rectángulo: esquinas redondeadas 14">
              <a:extLst>
                <a:ext uri="{FF2B5EF4-FFF2-40B4-BE49-F238E27FC236}">
                  <a16:creationId xmlns:a16="http://schemas.microsoft.com/office/drawing/2014/main" id="{F1C0630C-E723-4AF8-BC07-BF6F21433717}"/>
                </a:ext>
              </a:extLst>
            </p:cNvPr>
            <p:cNvSpPr/>
            <p:nvPr/>
          </p:nvSpPr>
          <p:spPr>
            <a:xfrm>
              <a:off x="405634" y="2008453"/>
              <a:ext cx="4186989" cy="4043776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grpSp>
        <p:nvGrpSpPr>
          <p:cNvPr id="27" name="Grupo 26">
            <a:extLst>
              <a:ext uri="{FF2B5EF4-FFF2-40B4-BE49-F238E27FC236}">
                <a16:creationId xmlns:a16="http://schemas.microsoft.com/office/drawing/2014/main" id="{B9D2245B-ACA7-4E20-96D2-4C297E7802D7}"/>
              </a:ext>
            </a:extLst>
          </p:cNvPr>
          <p:cNvGrpSpPr/>
          <p:nvPr/>
        </p:nvGrpSpPr>
        <p:grpSpPr>
          <a:xfrm>
            <a:off x="4274075" y="1922172"/>
            <a:ext cx="3643850" cy="4680000"/>
            <a:chOff x="405634" y="1815051"/>
            <a:chExt cx="4186991" cy="4836651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28" name="Rectángulo: esquinas redondeadas 27">
              <a:extLst>
                <a:ext uri="{FF2B5EF4-FFF2-40B4-BE49-F238E27FC236}">
                  <a16:creationId xmlns:a16="http://schemas.microsoft.com/office/drawing/2014/main" id="{52097205-1C6C-4433-96DB-C85B2115812E}"/>
                </a:ext>
              </a:extLst>
            </p:cNvPr>
            <p:cNvSpPr/>
            <p:nvPr/>
          </p:nvSpPr>
          <p:spPr>
            <a:xfrm>
              <a:off x="405636" y="1815051"/>
              <a:ext cx="4186989" cy="859398"/>
            </a:xfrm>
            <a:prstGeom prst="roundRect">
              <a:avLst>
                <a:gd name="adj" fmla="val 14937"/>
              </a:avLst>
            </a:prstGeom>
            <a:solidFill>
              <a:srgbClr val="2F5BCC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9" name="Rectángulo: esquinas redondeadas 28">
              <a:extLst>
                <a:ext uri="{FF2B5EF4-FFF2-40B4-BE49-F238E27FC236}">
                  <a16:creationId xmlns:a16="http://schemas.microsoft.com/office/drawing/2014/main" id="{C46CE4C6-1602-4B97-ACBE-727B87AA717B}"/>
                </a:ext>
              </a:extLst>
            </p:cNvPr>
            <p:cNvSpPr/>
            <p:nvPr/>
          </p:nvSpPr>
          <p:spPr>
            <a:xfrm>
              <a:off x="405634" y="2780971"/>
              <a:ext cx="4186989" cy="3870731"/>
            </a:xfrm>
            <a:prstGeom prst="roundRect">
              <a:avLst>
                <a:gd name="adj" fmla="val 5337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0" name="Rectángulo: esquinas redondeadas 29">
              <a:extLst>
                <a:ext uri="{FF2B5EF4-FFF2-40B4-BE49-F238E27FC236}">
                  <a16:creationId xmlns:a16="http://schemas.microsoft.com/office/drawing/2014/main" id="{DDEE3012-B501-4C0A-926F-E7FA80F81A9A}"/>
                </a:ext>
              </a:extLst>
            </p:cNvPr>
            <p:cNvSpPr/>
            <p:nvPr/>
          </p:nvSpPr>
          <p:spPr>
            <a:xfrm>
              <a:off x="405634" y="2008453"/>
              <a:ext cx="4186989" cy="4043776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grpSp>
        <p:nvGrpSpPr>
          <p:cNvPr id="31" name="Grupo 30">
            <a:extLst>
              <a:ext uri="{FF2B5EF4-FFF2-40B4-BE49-F238E27FC236}">
                <a16:creationId xmlns:a16="http://schemas.microsoft.com/office/drawing/2014/main" id="{C1D7C2A8-F7BF-4613-8882-23A68787D8EF}"/>
              </a:ext>
            </a:extLst>
          </p:cNvPr>
          <p:cNvGrpSpPr/>
          <p:nvPr/>
        </p:nvGrpSpPr>
        <p:grpSpPr>
          <a:xfrm>
            <a:off x="8218138" y="1922172"/>
            <a:ext cx="3643850" cy="4680000"/>
            <a:chOff x="405634" y="1815051"/>
            <a:chExt cx="4186991" cy="4836651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32" name="Rectángulo: esquinas redondeadas 31">
              <a:extLst>
                <a:ext uri="{FF2B5EF4-FFF2-40B4-BE49-F238E27FC236}">
                  <a16:creationId xmlns:a16="http://schemas.microsoft.com/office/drawing/2014/main" id="{6F8C9789-06EB-4A41-9C20-BCC8968A9CB8}"/>
                </a:ext>
              </a:extLst>
            </p:cNvPr>
            <p:cNvSpPr/>
            <p:nvPr/>
          </p:nvSpPr>
          <p:spPr>
            <a:xfrm>
              <a:off x="405636" y="1815051"/>
              <a:ext cx="4186989" cy="859398"/>
            </a:xfrm>
            <a:prstGeom prst="roundRect">
              <a:avLst>
                <a:gd name="adj" fmla="val 14937"/>
              </a:avLst>
            </a:prstGeom>
            <a:solidFill>
              <a:srgbClr val="2F5BCC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3" name="Rectángulo: esquinas redondeadas 32">
              <a:extLst>
                <a:ext uri="{FF2B5EF4-FFF2-40B4-BE49-F238E27FC236}">
                  <a16:creationId xmlns:a16="http://schemas.microsoft.com/office/drawing/2014/main" id="{4F49F06F-51A0-4487-B9B2-2D2C847121F3}"/>
                </a:ext>
              </a:extLst>
            </p:cNvPr>
            <p:cNvSpPr/>
            <p:nvPr/>
          </p:nvSpPr>
          <p:spPr>
            <a:xfrm>
              <a:off x="405634" y="2780971"/>
              <a:ext cx="4186989" cy="3870731"/>
            </a:xfrm>
            <a:prstGeom prst="roundRect">
              <a:avLst>
                <a:gd name="adj" fmla="val 5337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4" name="Rectángulo: esquinas redondeadas 33">
              <a:extLst>
                <a:ext uri="{FF2B5EF4-FFF2-40B4-BE49-F238E27FC236}">
                  <a16:creationId xmlns:a16="http://schemas.microsoft.com/office/drawing/2014/main" id="{B6086359-EB9E-4C92-861C-3D9623CA50F0}"/>
                </a:ext>
              </a:extLst>
            </p:cNvPr>
            <p:cNvSpPr/>
            <p:nvPr/>
          </p:nvSpPr>
          <p:spPr>
            <a:xfrm>
              <a:off x="405634" y="2008453"/>
              <a:ext cx="4186989" cy="4043775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pic>
        <p:nvPicPr>
          <p:cNvPr id="19" name="Imagen 18" descr="Un dibujo de una cara feliz&#10;&#10;El contenido generado por IA puede ser incorrecto.">
            <a:extLst>
              <a:ext uri="{FF2B5EF4-FFF2-40B4-BE49-F238E27FC236}">
                <a16:creationId xmlns:a16="http://schemas.microsoft.com/office/drawing/2014/main" id="{30ACB7CF-55CF-369A-1DD0-2E66AAAF7A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009" y="97555"/>
            <a:ext cx="2064846" cy="496934"/>
          </a:xfrm>
          <a:prstGeom prst="rect">
            <a:avLst/>
          </a:prstGeom>
        </p:spPr>
      </p:pic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3DFFF1F0-06E9-E815-6AD4-907B7FA1CE05}"/>
              </a:ext>
            </a:extLst>
          </p:cNvPr>
          <p:cNvCxnSpPr>
            <a:cxnSpLocks/>
          </p:cNvCxnSpPr>
          <p:nvPr/>
        </p:nvCxnSpPr>
        <p:spPr>
          <a:xfrm>
            <a:off x="121920" y="756000"/>
            <a:ext cx="11927840" cy="0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68838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E2E3B9-CBFE-29D8-2A77-C92C36AAFD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ángulo 16">
            <a:extLst>
              <a:ext uri="{FF2B5EF4-FFF2-40B4-BE49-F238E27FC236}">
                <a16:creationId xmlns:a16="http://schemas.microsoft.com/office/drawing/2014/main" id="{16FF8AF3-9E09-D20D-ABAA-60B01A7B2F26}"/>
              </a:ext>
            </a:extLst>
          </p:cNvPr>
          <p:cNvSpPr/>
          <p:nvPr/>
        </p:nvSpPr>
        <p:spPr>
          <a:xfrm>
            <a:off x="0" y="2635047"/>
            <a:ext cx="12192000" cy="422295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grpSp>
        <p:nvGrpSpPr>
          <p:cNvPr id="16" name="Grupo 15">
            <a:extLst>
              <a:ext uri="{FF2B5EF4-FFF2-40B4-BE49-F238E27FC236}">
                <a16:creationId xmlns:a16="http://schemas.microsoft.com/office/drawing/2014/main" id="{61C80506-575E-E5C6-CFBC-82B801041F28}"/>
              </a:ext>
            </a:extLst>
          </p:cNvPr>
          <p:cNvGrpSpPr/>
          <p:nvPr/>
        </p:nvGrpSpPr>
        <p:grpSpPr>
          <a:xfrm>
            <a:off x="330010" y="1922172"/>
            <a:ext cx="3643850" cy="4680000"/>
            <a:chOff x="405634" y="1815051"/>
            <a:chExt cx="4186991" cy="4836651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12" name="Rectángulo: esquinas redondeadas 11">
              <a:extLst>
                <a:ext uri="{FF2B5EF4-FFF2-40B4-BE49-F238E27FC236}">
                  <a16:creationId xmlns:a16="http://schemas.microsoft.com/office/drawing/2014/main" id="{6568F42B-37B5-B719-87F1-28E6519C3421}"/>
                </a:ext>
              </a:extLst>
            </p:cNvPr>
            <p:cNvSpPr/>
            <p:nvPr/>
          </p:nvSpPr>
          <p:spPr>
            <a:xfrm>
              <a:off x="405636" y="1815051"/>
              <a:ext cx="4186989" cy="859398"/>
            </a:xfrm>
            <a:prstGeom prst="roundRect">
              <a:avLst>
                <a:gd name="adj" fmla="val 14937"/>
              </a:avLst>
            </a:prstGeom>
            <a:solidFill>
              <a:srgbClr val="2F5BCC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14" name="Rectángulo: esquinas redondeadas 13">
              <a:extLst>
                <a:ext uri="{FF2B5EF4-FFF2-40B4-BE49-F238E27FC236}">
                  <a16:creationId xmlns:a16="http://schemas.microsoft.com/office/drawing/2014/main" id="{49D478D9-8785-C9C9-EF17-910880AAB28E}"/>
                </a:ext>
              </a:extLst>
            </p:cNvPr>
            <p:cNvSpPr/>
            <p:nvPr/>
          </p:nvSpPr>
          <p:spPr>
            <a:xfrm>
              <a:off x="405634" y="2780971"/>
              <a:ext cx="4186989" cy="3870731"/>
            </a:xfrm>
            <a:prstGeom prst="roundRect">
              <a:avLst>
                <a:gd name="adj" fmla="val 5337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5" name="Rectángulo: esquinas redondeadas 14">
              <a:extLst>
                <a:ext uri="{FF2B5EF4-FFF2-40B4-BE49-F238E27FC236}">
                  <a16:creationId xmlns:a16="http://schemas.microsoft.com/office/drawing/2014/main" id="{EFCCFA36-0C1C-EA43-1E25-496F7D2095B0}"/>
                </a:ext>
              </a:extLst>
            </p:cNvPr>
            <p:cNvSpPr/>
            <p:nvPr/>
          </p:nvSpPr>
          <p:spPr>
            <a:xfrm>
              <a:off x="405634" y="2008453"/>
              <a:ext cx="4186989" cy="4043776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grpSp>
        <p:nvGrpSpPr>
          <p:cNvPr id="27" name="Grupo 26">
            <a:extLst>
              <a:ext uri="{FF2B5EF4-FFF2-40B4-BE49-F238E27FC236}">
                <a16:creationId xmlns:a16="http://schemas.microsoft.com/office/drawing/2014/main" id="{BDB495EA-CF3A-9B56-A6DB-B1ECA323768A}"/>
              </a:ext>
            </a:extLst>
          </p:cNvPr>
          <p:cNvGrpSpPr/>
          <p:nvPr/>
        </p:nvGrpSpPr>
        <p:grpSpPr>
          <a:xfrm>
            <a:off x="4274075" y="1922172"/>
            <a:ext cx="3643850" cy="4680000"/>
            <a:chOff x="405634" y="1815051"/>
            <a:chExt cx="4186991" cy="4836651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28" name="Rectángulo: esquinas redondeadas 27">
              <a:extLst>
                <a:ext uri="{FF2B5EF4-FFF2-40B4-BE49-F238E27FC236}">
                  <a16:creationId xmlns:a16="http://schemas.microsoft.com/office/drawing/2014/main" id="{5D94B604-CEF9-5BB0-5401-F0B82D7D477F}"/>
                </a:ext>
              </a:extLst>
            </p:cNvPr>
            <p:cNvSpPr/>
            <p:nvPr/>
          </p:nvSpPr>
          <p:spPr>
            <a:xfrm>
              <a:off x="405636" y="1815051"/>
              <a:ext cx="4186989" cy="859398"/>
            </a:xfrm>
            <a:prstGeom prst="roundRect">
              <a:avLst>
                <a:gd name="adj" fmla="val 14937"/>
              </a:avLst>
            </a:prstGeom>
            <a:solidFill>
              <a:srgbClr val="2F5BCC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9" name="Rectángulo: esquinas redondeadas 28">
              <a:extLst>
                <a:ext uri="{FF2B5EF4-FFF2-40B4-BE49-F238E27FC236}">
                  <a16:creationId xmlns:a16="http://schemas.microsoft.com/office/drawing/2014/main" id="{6BA5374A-72CD-CF89-9982-2844643A2ED7}"/>
                </a:ext>
              </a:extLst>
            </p:cNvPr>
            <p:cNvSpPr/>
            <p:nvPr/>
          </p:nvSpPr>
          <p:spPr>
            <a:xfrm>
              <a:off x="405634" y="2780971"/>
              <a:ext cx="4186989" cy="3870731"/>
            </a:xfrm>
            <a:prstGeom prst="roundRect">
              <a:avLst>
                <a:gd name="adj" fmla="val 5337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0" name="Rectángulo: esquinas redondeadas 29">
              <a:extLst>
                <a:ext uri="{FF2B5EF4-FFF2-40B4-BE49-F238E27FC236}">
                  <a16:creationId xmlns:a16="http://schemas.microsoft.com/office/drawing/2014/main" id="{7A166DC6-1351-71B9-0C4B-15E7F386AA05}"/>
                </a:ext>
              </a:extLst>
            </p:cNvPr>
            <p:cNvSpPr/>
            <p:nvPr/>
          </p:nvSpPr>
          <p:spPr>
            <a:xfrm>
              <a:off x="405634" y="2008453"/>
              <a:ext cx="4186989" cy="4043776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grpSp>
        <p:nvGrpSpPr>
          <p:cNvPr id="31" name="Grupo 30">
            <a:extLst>
              <a:ext uri="{FF2B5EF4-FFF2-40B4-BE49-F238E27FC236}">
                <a16:creationId xmlns:a16="http://schemas.microsoft.com/office/drawing/2014/main" id="{14667C24-4D56-F167-46C8-1D2FC7A7CCCA}"/>
              </a:ext>
            </a:extLst>
          </p:cNvPr>
          <p:cNvGrpSpPr/>
          <p:nvPr/>
        </p:nvGrpSpPr>
        <p:grpSpPr>
          <a:xfrm>
            <a:off x="8218138" y="1922172"/>
            <a:ext cx="3643850" cy="4680000"/>
            <a:chOff x="405634" y="1815051"/>
            <a:chExt cx="4186991" cy="4836651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32" name="Rectángulo: esquinas redondeadas 31">
              <a:extLst>
                <a:ext uri="{FF2B5EF4-FFF2-40B4-BE49-F238E27FC236}">
                  <a16:creationId xmlns:a16="http://schemas.microsoft.com/office/drawing/2014/main" id="{B1B73374-899A-D78A-4AAE-FAC77DA638DC}"/>
                </a:ext>
              </a:extLst>
            </p:cNvPr>
            <p:cNvSpPr/>
            <p:nvPr/>
          </p:nvSpPr>
          <p:spPr>
            <a:xfrm>
              <a:off x="405636" y="1815051"/>
              <a:ext cx="4186989" cy="859398"/>
            </a:xfrm>
            <a:prstGeom prst="roundRect">
              <a:avLst>
                <a:gd name="adj" fmla="val 14937"/>
              </a:avLst>
            </a:prstGeom>
            <a:solidFill>
              <a:srgbClr val="2F5BCC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3" name="Rectángulo: esquinas redondeadas 32">
              <a:extLst>
                <a:ext uri="{FF2B5EF4-FFF2-40B4-BE49-F238E27FC236}">
                  <a16:creationId xmlns:a16="http://schemas.microsoft.com/office/drawing/2014/main" id="{C3883D92-BB8E-E356-9690-120CEBDD90D2}"/>
                </a:ext>
              </a:extLst>
            </p:cNvPr>
            <p:cNvSpPr/>
            <p:nvPr/>
          </p:nvSpPr>
          <p:spPr>
            <a:xfrm>
              <a:off x="405634" y="2780971"/>
              <a:ext cx="4186989" cy="3870731"/>
            </a:xfrm>
            <a:prstGeom prst="roundRect">
              <a:avLst>
                <a:gd name="adj" fmla="val 5337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4" name="Rectángulo: esquinas redondeadas 33">
              <a:extLst>
                <a:ext uri="{FF2B5EF4-FFF2-40B4-BE49-F238E27FC236}">
                  <a16:creationId xmlns:a16="http://schemas.microsoft.com/office/drawing/2014/main" id="{702CEB43-62DB-ED54-B45B-E578B20CA2D5}"/>
                </a:ext>
              </a:extLst>
            </p:cNvPr>
            <p:cNvSpPr/>
            <p:nvPr/>
          </p:nvSpPr>
          <p:spPr>
            <a:xfrm>
              <a:off x="405634" y="2008453"/>
              <a:ext cx="4186989" cy="4043775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pic>
        <p:nvPicPr>
          <p:cNvPr id="19" name="Imagen 18" descr="Un dibujo de una cara feliz&#10;&#10;El contenido generado por IA puede ser incorrecto.">
            <a:extLst>
              <a:ext uri="{FF2B5EF4-FFF2-40B4-BE49-F238E27FC236}">
                <a16:creationId xmlns:a16="http://schemas.microsoft.com/office/drawing/2014/main" id="{FB51D9B1-5339-ED17-CDC2-285C4D501A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009" y="97555"/>
            <a:ext cx="2064846" cy="496934"/>
          </a:xfrm>
          <a:prstGeom prst="rect">
            <a:avLst/>
          </a:prstGeom>
        </p:spPr>
      </p:pic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79DEBCB8-A9A2-D41C-F8D0-AF0B480C0081}"/>
              </a:ext>
            </a:extLst>
          </p:cNvPr>
          <p:cNvCxnSpPr>
            <a:cxnSpLocks/>
          </p:cNvCxnSpPr>
          <p:nvPr/>
        </p:nvCxnSpPr>
        <p:spPr>
          <a:xfrm>
            <a:off x="121920" y="756000"/>
            <a:ext cx="11927840" cy="0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43466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ángulo 16">
            <a:extLst>
              <a:ext uri="{FF2B5EF4-FFF2-40B4-BE49-F238E27FC236}">
                <a16:creationId xmlns:a16="http://schemas.microsoft.com/office/drawing/2014/main" id="{E140073E-A400-4B86-8D6C-029DEF77831D}"/>
              </a:ext>
            </a:extLst>
          </p:cNvPr>
          <p:cNvSpPr/>
          <p:nvPr/>
        </p:nvSpPr>
        <p:spPr>
          <a:xfrm>
            <a:off x="-274760" y="0"/>
            <a:ext cx="1291336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134E85F7-99DD-4E3B-93FC-1BD28F73F0BC}"/>
              </a:ext>
            </a:extLst>
          </p:cNvPr>
          <p:cNvCxnSpPr/>
          <p:nvPr/>
        </p:nvCxnSpPr>
        <p:spPr>
          <a:xfrm>
            <a:off x="0" y="808608"/>
            <a:ext cx="12192000" cy="0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" name="Grupo 26">
            <a:extLst>
              <a:ext uri="{FF2B5EF4-FFF2-40B4-BE49-F238E27FC236}">
                <a16:creationId xmlns:a16="http://schemas.microsoft.com/office/drawing/2014/main" id="{B9D2245B-ACA7-4E20-96D2-4C297E7802D7}"/>
              </a:ext>
            </a:extLst>
          </p:cNvPr>
          <p:cNvGrpSpPr/>
          <p:nvPr/>
        </p:nvGrpSpPr>
        <p:grpSpPr>
          <a:xfrm>
            <a:off x="145774" y="1000415"/>
            <a:ext cx="5864311" cy="5580000"/>
            <a:chOff x="405634" y="1815051"/>
            <a:chExt cx="4186991" cy="4836651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28" name="Rectángulo: esquinas redondeadas 27">
              <a:extLst>
                <a:ext uri="{FF2B5EF4-FFF2-40B4-BE49-F238E27FC236}">
                  <a16:creationId xmlns:a16="http://schemas.microsoft.com/office/drawing/2014/main" id="{52097205-1C6C-4433-96DB-C85B2115812E}"/>
                </a:ext>
              </a:extLst>
            </p:cNvPr>
            <p:cNvSpPr/>
            <p:nvPr/>
          </p:nvSpPr>
          <p:spPr>
            <a:xfrm>
              <a:off x="405636" y="1815051"/>
              <a:ext cx="4186989" cy="859398"/>
            </a:xfrm>
            <a:prstGeom prst="roundRect">
              <a:avLst>
                <a:gd name="adj" fmla="val 14937"/>
              </a:avLst>
            </a:prstGeom>
            <a:solidFill>
              <a:srgbClr val="2F5B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9" name="Rectángulo: esquinas redondeadas 28">
              <a:extLst>
                <a:ext uri="{FF2B5EF4-FFF2-40B4-BE49-F238E27FC236}">
                  <a16:creationId xmlns:a16="http://schemas.microsoft.com/office/drawing/2014/main" id="{C46CE4C6-1602-4B97-ACBE-727B87AA717B}"/>
                </a:ext>
              </a:extLst>
            </p:cNvPr>
            <p:cNvSpPr/>
            <p:nvPr/>
          </p:nvSpPr>
          <p:spPr>
            <a:xfrm>
              <a:off x="405634" y="2780971"/>
              <a:ext cx="4186989" cy="3870731"/>
            </a:xfrm>
            <a:prstGeom prst="roundRect">
              <a:avLst>
                <a:gd name="adj" fmla="val 5337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0" name="Rectángulo: esquinas redondeadas 29">
              <a:extLst>
                <a:ext uri="{FF2B5EF4-FFF2-40B4-BE49-F238E27FC236}">
                  <a16:creationId xmlns:a16="http://schemas.microsoft.com/office/drawing/2014/main" id="{DDEE3012-B501-4C0A-926F-E7FA80F81A9A}"/>
                </a:ext>
              </a:extLst>
            </p:cNvPr>
            <p:cNvSpPr/>
            <p:nvPr/>
          </p:nvSpPr>
          <p:spPr>
            <a:xfrm>
              <a:off x="405634" y="2008453"/>
              <a:ext cx="4186989" cy="4043776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grpSp>
        <p:nvGrpSpPr>
          <p:cNvPr id="38" name="Grupo 37">
            <a:extLst>
              <a:ext uri="{FF2B5EF4-FFF2-40B4-BE49-F238E27FC236}">
                <a16:creationId xmlns:a16="http://schemas.microsoft.com/office/drawing/2014/main" id="{A3EFC69D-FA57-42DE-9DB2-4B8D2273ACEE}"/>
              </a:ext>
            </a:extLst>
          </p:cNvPr>
          <p:cNvGrpSpPr/>
          <p:nvPr/>
        </p:nvGrpSpPr>
        <p:grpSpPr>
          <a:xfrm>
            <a:off x="6219534" y="1000415"/>
            <a:ext cx="5864311" cy="5580000"/>
            <a:chOff x="405634" y="1815051"/>
            <a:chExt cx="4186991" cy="4836651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39" name="Rectángulo: esquinas redondeadas 38">
              <a:extLst>
                <a:ext uri="{FF2B5EF4-FFF2-40B4-BE49-F238E27FC236}">
                  <a16:creationId xmlns:a16="http://schemas.microsoft.com/office/drawing/2014/main" id="{3E967AEB-3951-4649-8BF8-FD9A544204E5}"/>
                </a:ext>
              </a:extLst>
            </p:cNvPr>
            <p:cNvSpPr/>
            <p:nvPr/>
          </p:nvSpPr>
          <p:spPr>
            <a:xfrm>
              <a:off x="405636" y="1815051"/>
              <a:ext cx="4186989" cy="859398"/>
            </a:xfrm>
            <a:prstGeom prst="roundRect">
              <a:avLst>
                <a:gd name="adj" fmla="val 14937"/>
              </a:avLst>
            </a:prstGeom>
            <a:solidFill>
              <a:srgbClr val="2F5B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40" name="Rectángulo: esquinas redondeadas 39">
              <a:extLst>
                <a:ext uri="{FF2B5EF4-FFF2-40B4-BE49-F238E27FC236}">
                  <a16:creationId xmlns:a16="http://schemas.microsoft.com/office/drawing/2014/main" id="{F5FAF40C-BD86-445E-969E-C20923E433F4}"/>
                </a:ext>
              </a:extLst>
            </p:cNvPr>
            <p:cNvSpPr/>
            <p:nvPr/>
          </p:nvSpPr>
          <p:spPr>
            <a:xfrm>
              <a:off x="405634" y="2780971"/>
              <a:ext cx="4186989" cy="3870731"/>
            </a:xfrm>
            <a:prstGeom prst="roundRect">
              <a:avLst>
                <a:gd name="adj" fmla="val 5337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41" name="Rectángulo: esquinas redondeadas 40">
              <a:extLst>
                <a:ext uri="{FF2B5EF4-FFF2-40B4-BE49-F238E27FC236}">
                  <a16:creationId xmlns:a16="http://schemas.microsoft.com/office/drawing/2014/main" id="{E3D64034-93A4-4295-AA93-C0792C807A70}"/>
                </a:ext>
              </a:extLst>
            </p:cNvPr>
            <p:cNvSpPr/>
            <p:nvPr/>
          </p:nvSpPr>
          <p:spPr>
            <a:xfrm>
              <a:off x="405634" y="2008453"/>
              <a:ext cx="4186989" cy="4043776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pic>
        <p:nvPicPr>
          <p:cNvPr id="4" name="Imagen 3" descr="Un dibujo de una cara feliz&#10;&#10;El contenido generado por IA puede ser incorrecto.">
            <a:extLst>
              <a:ext uri="{FF2B5EF4-FFF2-40B4-BE49-F238E27FC236}">
                <a16:creationId xmlns:a16="http://schemas.microsoft.com/office/drawing/2014/main" id="{55547A57-56FE-C83E-1C3E-743497E2B4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5777"/>
            <a:ext cx="2064846" cy="496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61617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ángulo 16">
            <a:extLst>
              <a:ext uri="{FF2B5EF4-FFF2-40B4-BE49-F238E27FC236}">
                <a16:creationId xmlns:a16="http://schemas.microsoft.com/office/drawing/2014/main" id="{E140073E-A400-4B86-8D6C-029DEF77831D}"/>
              </a:ext>
            </a:extLst>
          </p:cNvPr>
          <p:cNvSpPr/>
          <p:nvPr/>
        </p:nvSpPr>
        <p:spPr>
          <a:xfrm>
            <a:off x="-274760" y="0"/>
            <a:ext cx="1291336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134E85F7-99DD-4E3B-93FC-1BD28F73F0BC}"/>
              </a:ext>
            </a:extLst>
          </p:cNvPr>
          <p:cNvCxnSpPr/>
          <p:nvPr/>
        </p:nvCxnSpPr>
        <p:spPr>
          <a:xfrm>
            <a:off x="0" y="798779"/>
            <a:ext cx="12192000" cy="0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" name="Grupo 26">
            <a:extLst>
              <a:ext uri="{FF2B5EF4-FFF2-40B4-BE49-F238E27FC236}">
                <a16:creationId xmlns:a16="http://schemas.microsoft.com/office/drawing/2014/main" id="{B9D2245B-ACA7-4E20-96D2-4C297E7802D7}"/>
              </a:ext>
            </a:extLst>
          </p:cNvPr>
          <p:cNvGrpSpPr/>
          <p:nvPr/>
        </p:nvGrpSpPr>
        <p:grpSpPr>
          <a:xfrm>
            <a:off x="145774" y="1000415"/>
            <a:ext cx="7474019" cy="5760000"/>
            <a:chOff x="405634" y="1815051"/>
            <a:chExt cx="4186991" cy="4836651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28" name="Rectángulo: esquinas redondeadas 27">
              <a:extLst>
                <a:ext uri="{FF2B5EF4-FFF2-40B4-BE49-F238E27FC236}">
                  <a16:creationId xmlns:a16="http://schemas.microsoft.com/office/drawing/2014/main" id="{52097205-1C6C-4433-96DB-C85B2115812E}"/>
                </a:ext>
              </a:extLst>
            </p:cNvPr>
            <p:cNvSpPr/>
            <p:nvPr/>
          </p:nvSpPr>
          <p:spPr>
            <a:xfrm>
              <a:off x="405636" y="1815051"/>
              <a:ext cx="4186989" cy="859398"/>
            </a:xfrm>
            <a:prstGeom prst="roundRect">
              <a:avLst>
                <a:gd name="adj" fmla="val 14937"/>
              </a:avLst>
            </a:prstGeom>
            <a:solidFill>
              <a:srgbClr val="2F5B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9" name="Rectángulo: esquinas redondeadas 28">
              <a:extLst>
                <a:ext uri="{FF2B5EF4-FFF2-40B4-BE49-F238E27FC236}">
                  <a16:creationId xmlns:a16="http://schemas.microsoft.com/office/drawing/2014/main" id="{C46CE4C6-1602-4B97-ACBE-727B87AA717B}"/>
                </a:ext>
              </a:extLst>
            </p:cNvPr>
            <p:cNvSpPr/>
            <p:nvPr/>
          </p:nvSpPr>
          <p:spPr>
            <a:xfrm>
              <a:off x="405634" y="2780971"/>
              <a:ext cx="4186989" cy="3870731"/>
            </a:xfrm>
            <a:prstGeom prst="roundRect">
              <a:avLst>
                <a:gd name="adj" fmla="val 5337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0" name="Rectángulo: esquinas redondeadas 29">
              <a:extLst>
                <a:ext uri="{FF2B5EF4-FFF2-40B4-BE49-F238E27FC236}">
                  <a16:creationId xmlns:a16="http://schemas.microsoft.com/office/drawing/2014/main" id="{DDEE3012-B501-4C0A-926F-E7FA80F81A9A}"/>
                </a:ext>
              </a:extLst>
            </p:cNvPr>
            <p:cNvSpPr/>
            <p:nvPr/>
          </p:nvSpPr>
          <p:spPr>
            <a:xfrm>
              <a:off x="405634" y="2008453"/>
              <a:ext cx="4186989" cy="4043776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grpSp>
        <p:nvGrpSpPr>
          <p:cNvPr id="38" name="Grupo 37">
            <a:extLst>
              <a:ext uri="{FF2B5EF4-FFF2-40B4-BE49-F238E27FC236}">
                <a16:creationId xmlns:a16="http://schemas.microsoft.com/office/drawing/2014/main" id="{A3EFC69D-FA57-42DE-9DB2-4B8D2273ACEE}"/>
              </a:ext>
            </a:extLst>
          </p:cNvPr>
          <p:cNvGrpSpPr/>
          <p:nvPr/>
        </p:nvGrpSpPr>
        <p:grpSpPr>
          <a:xfrm>
            <a:off x="7747969" y="1000415"/>
            <a:ext cx="4335876" cy="5760000"/>
            <a:chOff x="405634" y="1815051"/>
            <a:chExt cx="4186991" cy="4836651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39" name="Rectángulo: esquinas redondeadas 38">
              <a:extLst>
                <a:ext uri="{FF2B5EF4-FFF2-40B4-BE49-F238E27FC236}">
                  <a16:creationId xmlns:a16="http://schemas.microsoft.com/office/drawing/2014/main" id="{3E967AEB-3951-4649-8BF8-FD9A544204E5}"/>
                </a:ext>
              </a:extLst>
            </p:cNvPr>
            <p:cNvSpPr/>
            <p:nvPr/>
          </p:nvSpPr>
          <p:spPr>
            <a:xfrm>
              <a:off x="405636" y="1815051"/>
              <a:ext cx="4186989" cy="859398"/>
            </a:xfrm>
            <a:prstGeom prst="roundRect">
              <a:avLst>
                <a:gd name="adj" fmla="val 14937"/>
              </a:avLst>
            </a:prstGeom>
            <a:solidFill>
              <a:srgbClr val="2F5B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40" name="Rectángulo: esquinas redondeadas 39">
              <a:extLst>
                <a:ext uri="{FF2B5EF4-FFF2-40B4-BE49-F238E27FC236}">
                  <a16:creationId xmlns:a16="http://schemas.microsoft.com/office/drawing/2014/main" id="{F5FAF40C-BD86-445E-969E-C20923E433F4}"/>
                </a:ext>
              </a:extLst>
            </p:cNvPr>
            <p:cNvSpPr/>
            <p:nvPr/>
          </p:nvSpPr>
          <p:spPr>
            <a:xfrm>
              <a:off x="405634" y="2780971"/>
              <a:ext cx="4186989" cy="3870731"/>
            </a:xfrm>
            <a:prstGeom prst="roundRect">
              <a:avLst>
                <a:gd name="adj" fmla="val 5337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41" name="Rectángulo: esquinas redondeadas 40">
              <a:extLst>
                <a:ext uri="{FF2B5EF4-FFF2-40B4-BE49-F238E27FC236}">
                  <a16:creationId xmlns:a16="http://schemas.microsoft.com/office/drawing/2014/main" id="{E3D64034-93A4-4295-AA93-C0792C807A70}"/>
                </a:ext>
              </a:extLst>
            </p:cNvPr>
            <p:cNvSpPr/>
            <p:nvPr/>
          </p:nvSpPr>
          <p:spPr>
            <a:xfrm>
              <a:off x="405634" y="2008453"/>
              <a:ext cx="4186989" cy="4043776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pic>
        <p:nvPicPr>
          <p:cNvPr id="3" name="Imagen 2" descr="Un dibujo de una cara feliz&#10;&#10;El contenido generado por IA puede ser incorrecto.">
            <a:extLst>
              <a:ext uri="{FF2B5EF4-FFF2-40B4-BE49-F238E27FC236}">
                <a16:creationId xmlns:a16="http://schemas.microsoft.com/office/drawing/2014/main" id="{C3FFB198-FE1F-7B95-68AA-5DD48ABA85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5777"/>
            <a:ext cx="2064846" cy="496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45408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ángulo 16">
            <a:extLst>
              <a:ext uri="{FF2B5EF4-FFF2-40B4-BE49-F238E27FC236}">
                <a16:creationId xmlns:a16="http://schemas.microsoft.com/office/drawing/2014/main" id="{E140073E-A400-4B86-8D6C-029DEF77831D}"/>
              </a:ext>
            </a:extLst>
          </p:cNvPr>
          <p:cNvSpPr/>
          <p:nvPr/>
        </p:nvSpPr>
        <p:spPr>
          <a:xfrm>
            <a:off x="-355600" y="-1"/>
            <a:ext cx="12913360" cy="685799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grpSp>
        <p:nvGrpSpPr>
          <p:cNvPr id="16" name="Grupo 15">
            <a:extLst>
              <a:ext uri="{FF2B5EF4-FFF2-40B4-BE49-F238E27FC236}">
                <a16:creationId xmlns:a16="http://schemas.microsoft.com/office/drawing/2014/main" id="{C8621773-0BA8-4F8C-B1C0-77765E6A87A3}"/>
              </a:ext>
            </a:extLst>
          </p:cNvPr>
          <p:cNvGrpSpPr/>
          <p:nvPr/>
        </p:nvGrpSpPr>
        <p:grpSpPr>
          <a:xfrm>
            <a:off x="330010" y="928359"/>
            <a:ext cx="3643850" cy="5760000"/>
            <a:chOff x="405634" y="1815051"/>
            <a:chExt cx="4186991" cy="4836651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12" name="Rectángulo: esquinas redondeadas 11">
              <a:extLst>
                <a:ext uri="{FF2B5EF4-FFF2-40B4-BE49-F238E27FC236}">
                  <a16:creationId xmlns:a16="http://schemas.microsoft.com/office/drawing/2014/main" id="{89945CEF-6007-4437-9EFC-F9DB13FD8755}"/>
                </a:ext>
              </a:extLst>
            </p:cNvPr>
            <p:cNvSpPr/>
            <p:nvPr/>
          </p:nvSpPr>
          <p:spPr>
            <a:xfrm>
              <a:off x="405636" y="1815051"/>
              <a:ext cx="4186989" cy="859398"/>
            </a:xfrm>
            <a:prstGeom prst="roundRect">
              <a:avLst>
                <a:gd name="adj" fmla="val 14937"/>
              </a:avLst>
            </a:prstGeom>
            <a:solidFill>
              <a:srgbClr val="2F5B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4" name="Rectángulo: esquinas redondeadas 13">
              <a:extLst>
                <a:ext uri="{FF2B5EF4-FFF2-40B4-BE49-F238E27FC236}">
                  <a16:creationId xmlns:a16="http://schemas.microsoft.com/office/drawing/2014/main" id="{59940379-02EF-45FF-A1E5-470A9AFC97E4}"/>
                </a:ext>
              </a:extLst>
            </p:cNvPr>
            <p:cNvSpPr/>
            <p:nvPr/>
          </p:nvSpPr>
          <p:spPr>
            <a:xfrm>
              <a:off x="405634" y="2780971"/>
              <a:ext cx="4186989" cy="3870731"/>
            </a:xfrm>
            <a:prstGeom prst="roundRect">
              <a:avLst>
                <a:gd name="adj" fmla="val 5337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5" name="Rectángulo: esquinas redondeadas 14">
              <a:extLst>
                <a:ext uri="{FF2B5EF4-FFF2-40B4-BE49-F238E27FC236}">
                  <a16:creationId xmlns:a16="http://schemas.microsoft.com/office/drawing/2014/main" id="{F1C0630C-E723-4AF8-BC07-BF6F21433717}"/>
                </a:ext>
              </a:extLst>
            </p:cNvPr>
            <p:cNvSpPr/>
            <p:nvPr/>
          </p:nvSpPr>
          <p:spPr>
            <a:xfrm>
              <a:off x="405634" y="2008453"/>
              <a:ext cx="4186989" cy="4043776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grpSp>
        <p:nvGrpSpPr>
          <p:cNvPr id="27" name="Grupo 26">
            <a:extLst>
              <a:ext uri="{FF2B5EF4-FFF2-40B4-BE49-F238E27FC236}">
                <a16:creationId xmlns:a16="http://schemas.microsoft.com/office/drawing/2014/main" id="{B9D2245B-ACA7-4E20-96D2-4C297E7802D7}"/>
              </a:ext>
            </a:extLst>
          </p:cNvPr>
          <p:cNvGrpSpPr/>
          <p:nvPr/>
        </p:nvGrpSpPr>
        <p:grpSpPr>
          <a:xfrm>
            <a:off x="4274075" y="928359"/>
            <a:ext cx="7745748" cy="5760000"/>
            <a:chOff x="405634" y="1815051"/>
            <a:chExt cx="4186991" cy="4836651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28" name="Rectángulo: esquinas redondeadas 27">
              <a:extLst>
                <a:ext uri="{FF2B5EF4-FFF2-40B4-BE49-F238E27FC236}">
                  <a16:creationId xmlns:a16="http://schemas.microsoft.com/office/drawing/2014/main" id="{52097205-1C6C-4433-96DB-C85B2115812E}"/>
                </a:ext>
              </a:extLst>
            </p:cNvPr>
            <p:cNvSpPr/>
            <p:nvPr/>
          </p:nvSpPr>
          <p:spPr>
            <a:xfrm>
              <a:off x="405636" y="1815051"/>
              <a:ext cx="4186989" cy="859398"/>
            </a:xfrm>
            <a:prstGeom prst="roundRect">
              <a:avLst>
                <a:gd name="adj" fmla="val 14937"/>
              </a:avLst>
            </a:prstGeom>
            <a:solidFill>
              <a:srgbClr val="2F5B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9" name="Rectángulo: esquinas redondeadas 28">
              <a:extLst>
                <a:ext uri="{FF2B5EF4-FFF2-40B4-BE49-F238E27FC236}">
                  <a16:creationId xmlns:a16="http://schemas.microsoft.com/office/drawing/2014/main" id="{C46CE4C6-1602-4B97-ACBE-727B87AA717B}"/>
                </a:ext>
              </a:extLst>
            </p:cNvPr>
            <p:cNvSpPr/>
            <p:nvPr/>
          </p:nvSpPr>
          <p:spPr>
            <a:xfrm>
              <a:off x="405634" y="2780971"/>
              <a:ext cx="4186989" cy="3870731"/>
            </a:xfrm>
            <a:prstGeom prst="roundRect">
              <a:avLst>
                <a:gd name="adj" fmla="val 5337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0" name="Rectángulo: esquinas redondeadas 29">
              <a:extLst>
                <a:ext uri="{FF2B5EF4-FFF2-40B4-BE49-F238E27FC236}">
                  <a16:creationId xmlns:a16="http://schemas.microsoft.com/office/drawing/2014/main" id="{DDEE3012-B501-4C0A-926F-E7FA80F81A9A}"/>
                </a:ext>
              </a:extLst>
            </p:cNvPr>
            <p:cNvSpPr/>
            <p:nvPr/>
          </p:nvSpPr>
          <p:spPr>
            <a:xfrm>
              <a:off x="405634" y="2008453"/>
              <a:ext cx="4186989" cy="4043776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134E85F7-99DD-4E3B-93FC-1BD28F73F0BC}"/>
              </a:ext>
            </a:extLst>
          </p:cNvPr>
          <p:cNvCxnSpPr/>
          <p:nvPr/>
        </p:nvCxnSpPr>
        <p:spPr>
          <a:xfrm>
            <a:off x="0" y="700456"/>
            <a:ext cx="12192000" cy="0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Imagen 2" descr="Un dibujo de una cara feliz&#10;&#10;El contenido generado por IA puede ser incorrecto.">
            <a:extLst>
              <a:ext uri="{FF2B5EF4-FFF2-40B4-BE49-F238E27FC236}">
                <a16:creationId xmlns:a16="http://schemas.microsoft.com/office/drawing/2014/main" id="{1E809F88-DA9D-C100-0184-2D9EA18CD0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9008"/>
            <a:ext cx="2064846" cy="496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19286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ángulo 16">
            <a:extLst>
              <a:ext uri="{FF2B5EF4-FFF2-40B4-BE49-F238E27FC236}">
                <a16:creationId xmlns:a16="http://schemas.microsoft.com/office/drawing/2014/main" id="{E140073E-A400-4B86-8D6C-029DEF77831D}"/>
              </a:ext>
            </a:extLst>
          </p:cNvPr>
          <p:cNvSpPr/>
          <p:nvPr/>
        </p:nvSpPr>
        <p:spPr>
          <a:xfrm>
            <a:off x="-355600" y="-1"/>
            <a:ext cx="12913360" cy="685799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grpSp>
        <p:nvGrpSpPr>
          <p:cNvPr id="16" name="Grupo 15">
            <a:extLst>
              <a:ext uri="{FF2B5EF4-FFF2-40B4-BE49-F238E27FC236}">
                <a16:creationId xmlns:a16="http://schemas.microsoft.com/office/drawing/2014/main" id="{C8621773-0BA8-4F8C-B1C0-77765E6A87A3}"/>
              </a:ext>
            </a:extLst>
          </p:cNvPr>
          <p:cNvGrpSpPr/>
          <p:nvPr/>
        </p:nvGrpSpPr>
        <p:grpSpPr>
          <a:xfrm>
            <a:off x="1340189" y="915785"/>
            <a:ext cx="3615719" cy="2736000"/>
            <a:chOff x="405634" y="1815051"/>
            <a:chExt cx="4186991" cy="4836651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12" name="Rectángulo: esquinas redondeadas 11">
              <a:extLst>
                <a:ext uri="{FF2B5EF4-FFF2-40B4-BE49-F238E27FC236}">
                  <a16:creationId xmlns:a16="http://schemas.microsoft.com/office/drawing/2014/main" id="{89945CEF-6007-4437-9EFC-F9DB13FD8755}"/>
                </a:ext>
              </a:extLst>
            </p:cNvPr>
            <p:cNvSpPr/>
            <p:nvPr/>
          </p:nvSpPr>
          <p:spPr>
            <a:xfrm>
              <a:off x="405636" y="1815051"/>
              <a:ext cx="4186989" cy="859398"/>
            </a:xfrm>
            <a:prstGeom prst="roundRect">
              <a:avLst>
                <a:gd name="adj" fmla="val 14937"/>
              </a:avLst>
            </a:prstGeom>
            <a:solidFill>
              <a:srgbClr val="2F5B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4" name="Rectángulo: esquinas redondeadas 13">
              <a:extLst>
                <a:ext uri="{FF2B5EF4-FFF2-40B4-BE49-F238E27FC236}">
                  <a16:creationId xmlns:a16="http://schemas.microsoft.com/office/drawing/2014/main" id="{59940379-02EF-45FF-A1E5-470A9AFC97E4}"/>
                </a:ext>
              </a:extLst>
            </p:cNvPr>
            <p:cNvSpPr/>
            <p:nvPr/>
          </p:nvSpPr>
          <p:spPr>
            <a:xfrm>
              <a:off x="405634" y="2780971"/>
              <a:ext cx="4186989" cy="3870731"/>
            </a:xfrm>
            <a:prstGeom prst="roundRect">
              <a:avLst>
                <a:gd name="adj" fmla="val 5337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15" name="Rectángulo: esquinas redondeadas 14">
              <a:extLst>
                <a:ext uri="{FF2B5EF4-FFF2-40B4-BE49-F238E27FC236}">
                  <a16:creationId xmlns:a16="http://schemas.microsoft.com/office/drawing/2014/main" id="{F1C0630C-E723-4AF8-BC07-BF6F21433717}"/>
                </a:ext>
              </a:extLst>
            </p:cNvPr>
            <p:cNvSpPr/>
            <p:nvPr/>
          </p:nvSpPr>
          <p:spPr>
            <a:xfrm>
              <a:off x="405634" y="2203587"/>
              <a:ext cx="4186989" cy="3848642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grpSp>
        <p:nvGrpSpPr>
          <p:cNvPr id="27" name="Grupo 26">
            <a:extLst>
              <a:ext uri="{FF2B5EF4-FFF2-40B4-BE49-F238E27FC236}">
                <a16:creationId xmlns:a16="http://schemas.microsoft.com/office/drawing/2014/main" id="{B9D2245B-ACA7-4E20-96D2-4C297E7802D7}"/>
              </a:ext>
            </a:extLst>
          </p:cNvPr>
          <p:cNvGrpSpPr/>
          <p:nvPr/>
        </p:nvGrpSpPr>
        <p:grpSpPr>
          <a:xfrm>
            <a:off x="5102492" y="913010"/>
            <a:ext cx="7008228" cy="5760000"/>
            <a:chOff x="405634" y="1815051"/>
            <a:chExt cx="4186991" cy="4836651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28" name="Rectángulo: esquinas redondeadas 27">
              <a:extLst>
                <a:ext uri="{FF2B5EF4-FFF2-40B4-BE49-F238E27FC236}">
                  <a16:creationId xmlns:a16="http://schemas.microsoft.com/office/drawing/2014/main" id="{52097205-1C6C-4433-96DB-C85B2115812E}"/>
                </a:ext>
              </a:extLst>
            </p:cNvPr>
            <p:cNvSpPr/>
            <p:nvPr/>
          </p:nvSpPr>
          <p:spPr>
            <a:xfrm>
              <a:off x="405636" y="1815051"/>
              <a:ext cx="4186989" cy="859398"/>
            </a:xfrm>
            <a:prstGeom prst="roundRect">
              <a:avLst>
                <a:gd name="adj" fmla="val 14937"/>
              </a:avLst>
            </a:prstGeom>
            <a:solidFill>
              <a:srgbClr val="2F5B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9" name="Rectángulo: esquinas redondeadas 28">
              <a:extLst>
                <a:ext uri="{FF2B5EF4-FFF2-40B4-BE49-F238E27FC236}">
                  <a16:creationId xmlns:a16="http://schemas.microsoft.com/office/drawing/2014/main" id="{C46CE4C6-1602-4B97-ACBE-727B87AA717B}"/>
                </a:ext>
              </a:extLst>
            </p:cNvPr>
            <p:cNvSpPr/>
            <p:nvPr/>
          </p:nvSpPr>
          <p:spPr>
            <a:xfrm>
              <a:off x="405634" y="2780971"/>
              <a:ext cx="4186989" cy="3870731"/>
            </a:xfrm>
            <a:prstGeom prst="roundRect">
              <a:avLst>
                <a:gd name="adj" fmla="val 5337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0" name="Rectángulo: esquinas redondeadas 29">
              <a:extLst>
                <a:ext uri="{FF2B5EF4-FFF2-40B4-BE49-F238E27FC236}">
                  <a16:creationId xmlns:a16="http://schemas.microsoft.com/office/drawing/2014/main" id="{DDEE3012-B501-4C0A-926F-E7FA80F81A9A}"/>
                </a:ext>
              </a:extLst>
            </p:cNvPr>
            <p:cNvSpPr/>
            <p:nvPr/>
          </p:nvSpPr>
          <p:spPr>
            <a:xfrm>
              <a:off x="405634" y="2008453"/>
              <a:ext cx="4186989" cy="4043776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134E85F7-99DD-4E3B-93FC-1BD28F73F0BC}"/>
              </a:ext>
            </a:extLst>
          </p:cNvPr>
          <p:cNvCxnSpPr/>
          <p:nvPr/>
        </p:nvCxnSpPr>
        <p:spPr>
          <a:xfrm>
            <a:off x="0" y="756000"/>
            <a:ext cx="12192000" cy="0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" name="Grupo 21">
            <a:extLst>
              <a:ext uri="{FF2B5EF4-FFF2-40B4-BE49-F238E27FC236}">
                <a16:creationId xmlns:a16="http://schemas.microsoft.com/office/drawing/2014/main" id="{EED44A10-10A8-450D-A54D-45CE53BC8B4F}"/>
              </a:ext>
            </a:extLst>
          </p:cNvPr>
          <p:cNvGrpSpPr/>
          <p:nvPr/>
        </p:nvGrpSpPr>
        <p:grpSpPr>
          <a:xfrm>
            <a:off x="1340187" y="3998759"/>
            <a:ext cx="3615719" cy="2674251"/>
            <a:chOff x="405634" y="1815051"/>
            <a:chExt cx="4186991" cy="4836651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23" name="Rectángulo: esquinas redondeadas 22">
              <a:extLst>
                <a:ext uri="{FF2B5EF4-FFF2-40B4-BE49-F238E27FC236}">
                  <a16:creationId xmlns:a16="http://schemas.microsoft.com/office/drawing/2014/main" id="{EA42441F-D2DC-49E7-B6E8-9460F940276B}"/>
                </a:ext>
              </a:extLst>
            </p:cNvPr>
            <p:cNvSpPr/>
            <p:nvPr/>
          </p:nvSpPr>
          <p:spPr>
            <a:xfrm>
              <a:off x="405636" y="1815051"/>
              <a:ext cx="4186989" cy="859398"/>
            </a:xfrm>
            <a:prstGeom prst="roundRect">
              <a:avLst>
                <a:gd name="adj" fmla="val 14937"/>
              </a:avLst>
            </a:prstGeom>
            <a:solidFill>
              <a:srgbClr val="2F5B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4" name="Rectángulo: esquinas redondeadas 23">
              <a:extLst>
                <a:ext uri="{FF2B5EF4-FFF2-40B4-BE49-F238E27FC236}">
                  <a16:creationId xmlns:a16="http://schemas.microsoft.com/office/drawing/2014/main" id="{CA33049A-F5D3-48B2-9CC5-AA8C8DE56FB5}"/>
                </a:ext>
              </a:extLst>
            </p:cNvPr>
            <p:cNvSpPr/>
            <p:nvPr/>
          </p:nvSpPr>
          <p:spPr>
            <a:xfrm>
              <a:off x="405634" y="2780971"/>
              <a:ext cx="4186989" cy="3870731"/>
            </a:xfrm>
            <a:prstGeom prst="roundRect">
              <a:avLst>
                <a:gd name="adj" fmla="val 5337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5" name="Rectángulo: esquinas redondeadas 24">
              <a:extLst>
                <a:ext uri="{FF2B5EF4-FFF2-40B4-BE49-F238E27FC236}">
                  <a16:creationId xmlns:a16="http://schemas.microsoft.com/office/drawing/2014/main" id="{C78BB7F9-11E8-49A4-A0A7-9003AEB00E88}"/>
                </a:ext>
              </a:extLst>
            </p:cNvPr>
            <p:cNvSpPr/>
            <p:nvPr/>
          </p:nvSpPr>
          <p:spPr>
            <a:xfrm>
              <a:off x="405634" y="2203587"/>
              <a:ext cx="4186989" cy="3848642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pic>
        <p:nvPicPr>
          <p:cNvPr id="4" name="Imagen 3" descr="Un dibujo de una cara feliz&#10;&#10;El contenido generado por IA puede ser incorrecto.">
            <a:extLst>
              <a:ext uri="{FF2B5EF4-FFF2-40B4-BE49-F238E27FC236}">
                <a16:creationId xmlns:a16="http://schemas.microsoft.com/office/drawing/2014/main" id="{CE848C83-D939-659F-991B-068A8EF9D9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5777"/>
            <a:ext cx="2064846" cy="496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29302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ángulo 16">
            <a:extLst>
              <a:ext uri="{FF2B5EF4-FFF2-40B4-BE49-F238E27FC236}">
                <a16:creationId xmlns:a16="http://schemas.microsoft.com/office/drawing/2014/main" id="{E140073E-A400-4B86-8D6C-029DEF77831D}"/>
              </a:ext>
            </a:extLst>
          </p:cNvPr>
          <p:cNvSpPr/>
          <p:nvPr/>
        </p:nvSpPr>
        <p:spPr>
          <a:xfrm>
            <a:off x="-355600" y="-1"/>
            <a:ext cx="12913360" cy="685799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grpSp>
        <p:nvGrpSpPr>
          <p:cNvPr id="16" name="Grupo 15">
            <a:extLst>
              <a:ext uri="{FF2B5EF4-FFF2-40B4-BE49-F238E27FC236}">
                <a16:creationId xmlns:a16="http://schemas.microsoft.com/office/drawing/2014/main" id="{C8621773-0BA8-4F8C-B1C0-77765E6A87A3}"/>
              </a:ext>
            </a:extLst>
          </p:cNvPr>
          <p:cNvGrpSpPr/>
          <p:nvPr/>
        </p:nvGrpSpPr>
        <p:grpSpPr>
          <a:xfrm>
            <a:off x="1340189" y="915787"/>
            <a:ext cx="3615719" cy="5616000"/>
            <a:chOff x="405634" y="1815052"/>
            <a:chExt cx="4186991" cy="4836650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12" name="Rectángulo: esquinas redondeadas 11">
              <a:extLst>
                <a:ext uri="{FF2B5EF4-FFF2-40B4-BE49-F238E27FC236}">
                  <a16:creationId xmlns:a16="http://schemas.microsoft.com/office/drawing/2014/main" id="{89945CEF-6007-4437-9EFC-F9DB13FD8755}"/>
                </a:ext>
              </a:extLst>
            </p:cNvPr>
            <p:cNvSpPr/>
            <p:nvPr/>
          </p:nvSpPr>
          <p:spPr>
            <a:xfrm>
              <a:off x="405636" y="1815052"/>
              <a:ext cx="4186989" cy="528544"/>
            </a:xfrm>
            <a:prstGeom prst="roundRect">
              <a:avLst>
                <a:gd name="adj" fmla="val 14937"/>
              </a:avLst>
            </a:prstGeom>
            <a:solidFill>
              <a:srgbClr val="2F5B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4" name="Rectángulo: esquinas redondeadas 13">
              <a:extLst>
                <a:ext uri="{FF2B5EF4-FFF2-40B4-BE49-F238E27FC236}">
                  <a16:creationId xmlns:a16="http://schemas.microsoft.com/office/drawing/2014/main" id="{59940379-02EF-45FF-A1E5-470A9AFC97E4}"/>
                </a:ext>
              </a:extLst>
            </p:cNvPr>
            <p:cNvSpPr/>
            <p:nvPr/>
          </p:nvSpPr>
          <p:spPr>
            <a:xfrm>
              <a:off x="405634" y="2780971"/>
              <a:ext cx="4186989" cy="3870731"/>
            </a:xfrm>
            <a:prstGeom prst="roundRect">
              <a:avLst>
                <a:gd name="adj" fmla="val 5337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15" name="Rectángulo: esquinas redondeadas 14">
              <a:extLst>
                <a:ext uri="{FF2B5EF4-FFF2-40B4-BE49-F238E27FC236}">
                  <a16:creationId xmlns:a16="http://schemas.microsoft.com/office/drawing/2014/main" id="{F1C0630C-E723-4AF8-BC07-BF6F21433717}"/>
                </a:ext>
              </a:extLst>
            </p:cNvPr>
            <p:cNvSpPr/>
            <p:nvPr/>
          </p:nvSpPr>
          <p:spPr>
            <a:xfrm>
              <a:off x="405634" y="2006091"/>
              <a:ext cx="4186989" cy="4046137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grpSp>
        <p:nvGrpSpPr>
          <p:cNvPr id="27" name="Grupo 26">
            <a:extLst>
              <a:ext uri="{FF2B5EF4-FFF2-40B4-BE49-F238E27FC236}">
                <a16:creationId xmlns:a16="http://schemas.microsoft.com/office/drawing/2014/main" id="{B9D2245B-ACA7-4E20-96D2-4C297E7802D7}"/>
              </a:ext>
            </a:extLst>
          </p:cNvPr>
          <p:cNvGrpSpPr/>
          <p:nvPr/>
        </p:nvGrpSpPr>
        <p:grpSpPr>
          <a:xfrm>
            <a:off x="5102492" y="913012"/>
            <a:ext cx="7008228" cy="5616000"/>
            <a:chOff x="405634" y="1815051"/>
            <a:chExt cx="4186991" cy="4836651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28" name="Rectángulo: esquinas redondeadas 27">
              <a:extLst>
                <a:ext uri="{FF2B5EF4-FFF2-40B4-BE49-F238E27FC236}">
                  <a16:creationId xmlns:a16="http://schemas.microsoft.com/office/drawing/2014/main" id="{52097205-1C6C-4433-96DB-C85B2115812E}"/>
                </a:ext>
              </a:extLst>
            </p:cNvPr>
            <p:cNvSpPr/>
            <p:nvPr/>
          </p:nvSpPr>
          <p:spPr>
            <a:xfrm>
              <a:off x="405636" y="1815051"/>
              <a:ext cx="4186989" cy="859398"/>
            </a:xfrm>
            <a:prstGeom prst="roundRect">
              <a:avLst>
                <a:gd name="adj" fmla="val 14937"/>
              </a:avLst>
            </a:prstGeom>
            <a:solidFill>
              <a:srgbClr val="2F5B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29" name="Rectángulo: esquinas redondeadas 28">
              <a:extLst>
                <a:ext uri="{FF2B5EF4-FFF2-40B4-BE49-F238E27FC236}">
                  <a16:creationId xmlns:a16="http://schemas.microsoft.com/office/drawing/2014/main" id="{C46CE4C6-1602-4B97-ACBE-727B87AA717B}"/>
                </a:ext>
              </a:extLst>
            </p:cNvPr>
            <p:cNvSpPr/>
            <p:nvPr/>
          </p:nvSpPr>
          <p:spPr>
            <a:xfrm>
              <a:off x="405634" y="2780971"/>
              <a:ext cx="4186989" cy="3870731"/>
            </a:xfrm>
            <a:prstGeom prst="roundRect">
              <a:avLst>
                <a:gd name="adj" fmla="val 5337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0" name="Rectángulo: esquinas redondeadas 29">
              <a:extLst>
                <a:ext uri="{FF2B5EF4-FFF2-40B4-BE49-F238E27FC236}">
                  <a16:creationId xmlns:a16="http://schemas.microsoft.com/office/drawing/2014/main" id="{DDEE3012-B501-4C0A-926F-E7FA80F81A9A}"/>
                </a:ext>
              </a:extLst>
            </p:cNvPr>
            <p:cNvSpPr/>
            <p:nvPr/>
          </p:nvSpPr>
          <p:spPr>
            <a:xfrm>
              <a:off x="405634" y="2008453"/>
              <a:ext cx="4186989" cy="4043776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134E85F7-99DD-4E3B-93FC-1BD28F73F0BC}"/>
              </a:ext>
            </a:extLst>
          </p:cNvPr>
          <p:cNvCxnSpPr>
            <a:cxnSpLocks/>
          </p:cNvCxnSpPr>
          <p:nvPr/>
        </p:nvCxnSpPr>
        <p:spPr>
          <a:xfrm>
            <a:off x="0" y="756000"/>
            <a:ext cx="12192000" cy="0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Imagen 1" descr="Un dibujo de una cara feliz&#10;&#10;El contenido generado por IA puede ser incorrecto.">
            <a:extLst>
              <a:ext uri="{FF2B5EF4-FFF2-40B4-BE49-F238E27FC236}">
                <a16:creationId xmlns:a16="http://schemas.microsoft.com/office/drawing/2014/main" id="{FC2154A0-E52A-B9EE-1484-6D32F7C1D8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5777"/>
            <a:ext cx="2064846" cy="496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0167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ángulo 16">
            <a:extLst>
              <a:ext uri="{FF2B5EF4-FFF2-40B4-BE49-F238E27FC236}">
                <a16:creationId xmlns:a16="http://schemas.microsoft.com/office/drawing/2014/main" id="{E140073E-A400-4B86-8D6C-029DEF77831D}"/>
              </a:ext>
            </a:extLst>
          </p:cNvPr>
          <p:cNvSpPr/>
          <p:nvPr/>
        </p:nvSpPr>
        <p:spPr>
          <a:xfrm>
            <a:off x="-355600" y="-1"/>
            <a:ext cx="12913360" cy="685799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grpSp>
        <p:nvGrpSpPr>
          <p:cNvPr id="16" name="Grupo 15">
            <a:extLst>
              <a:ext uri="{FF2B5EF4-FFF2-40B4-BE49-F238E27FC236}">
                <a16:creationId xmlns:a16="http://schemas.microsoft.com/office/drawing/2014/main" id="{C8621773-0BA8-4F8C-B1C0-77765E6A87A3}"/>
              </a:ext>
            </a:extLst>
          </p:cNvPr>
          <p:cNvGrpSpPr/>
          <p:nvPr/>
        </p:nvGrpSpPr>
        <p:grpSpPr>
          <a:xfrm>
            <a:off x="8494999" y="915787"/>
            <a:ext cx="3615719" cy="5455911"/>
            <a:chOff x="405634" y="1815052"/>
            <a:chExt cx="4186991" cy="4836650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12" name="Rectángulo: esquinas redondeadas 11">
              <a:extLst>
                <a:ext uri="{FF2B5EF4-FFF2-40B4-BE49-F238E27FC236}">
                  <a16:creationId xmlns:a16="http://schemas.microsoft.com/office/drawing/2014/main" id="{89945CEF-6007-4437-9EFC-F9DB13FD8755}"/>
                </a:ext>
              </a:extLst>
            </p:cNvPr>
            <p:cNvSpPr/>
            <p:nvPr/>
          </p:nvSpPr>
          <p:spPr>
            <a:xfrm>
              <a:off x="405636" y="1815052"/>
              <a:ext cx="4186989" cy="528544"/>
            </a:xfrm>
            <a:prstGeom prst="roundRect">
              <a:avLst>
                <a:gd name="adj" fmla="val 14937"/>
              </a:avLst>
            </a:prstGeom>
            <a:solidFill>
              <a:srgbClr val="2F5B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4" name="Rectángulo: esquinas redondeadas 13">
              <a:extLst>
                <a:ext uri="{FF2B5EF4-FFF2-40B4-BE49-F238E27FC236}">
                  <a16:creationId xmlns:a16="http://schemas.microsoft.com/office/drawing/2014/main" id="{59940379-02EF-45FF-A1E5-470A9AFC97E4}"/>
                </a:ext>
              </a:extLst>
            </p:cNvPr>
            <p:cNvSpPr/>
            <p:nvPr/>
          </p:nvSpPr>
          <p:spPr>
            <a:xfrm>
              <a:off x="405634" y="2780971"/>
              <a:ext cx="4186989" cy="3870731"/>
            </a:xfrm>
            <a:prstGeom prst="roundRect">
              <a:avLst>
                <a:gd name="adj" fmla="val 5337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15" name="Rectángulo: esquinas redondeadas 14">
              <a:extLst>
                <a:ext uri="{FF2B5EF4-FFF2-40B4-BE49-F238E27FC236}">
                  <a16:creationId xmlns:a16="http://schemas.microsoft.com/office/drawing/2014/main" id="{F1C0630C-E723-4AF8-BC07-BF6F21433717}"/>
                </a:ext>
              </a:extLst>
            </p:cNvPr>
            <p:cNvSpPr/>
            <p:nvPr/>
          </p:nvSpPr>
          <p:spPr>
            <a:xfrm>
              <a:off x="405634" y="2006091"/>
              <a:ext cx="4186989" cy="4046137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grpSp>
        <p:nvGrpSpPr>
          <p:cNvPr id="27" name="Grupo 26">
            <a:extLst>
              <a:ext uri="{FF2B5EF4-FFF2-40B4-BE49-F238E27FC236}">
                <a16:creationId xmlns:a16="http://schemas.microsoft.com/office/drawing/2014/main" id="{B9D2245B-ACA7-4E20-96D2-4C297E7802D7}"/>
              </a:ext>
            </a:extLst>
          </p:cNvPr>
          <p:cNvGrpSpPr/>
          <p:nvPr/>
        </p:nvGrpSpPr>
        <p:grpSpPr>
          <a:xfrm>
            <a:off x="1324579" y="913011"/>
            <a:ext cx="7008228" cy="5458691"/>
            <a:chOff x="405634" y="1815051"/>
            <a:chExt cx="4186991" cy="4836651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28" name="Rectángulo: esquinas redondeadas 27">
              <a:extLst>
                <a:ext uri="{FF2B5EF4-FFF2-40B4-BE49-F238E27FC236}">
                  <a16:creationId xmlns:a16="http://schemas.microsoft.com/office/drawing/2014/main" id="{52097205-1C6C-4433-96DB-C85B2115812E}"/>
                </a:ext>
              </a:extLst>
            </p:cNvPr>
            <p:cNvSpPr/>
            <p:nvPr/>
          </p:nvSpPr>
          <p:spPr>
            <a:xfrm>
              <a:off x="405636" y="1815051"/>
              <a:ext cx="4186989" cy="859398"/>
            </a:xfrm>
            <a:prstGeom prst="roundRect">
              <a:avLst>
                <a:gd name="adj" fmla="val 14937"/>
              </a:avLst>
            </a:prstGeom>
            <a:solidFill>
              <a:srgbClr val="2F5B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9" name="Rectángulo: esquinas redondeadas 28">
              <a:extLst>
                <a:ext uri="{FF2B5EF4-FFF2-40B4-BE49-F238E27FC236}">
                  <a16:creationId xmlns:a16="http://schemas.microsoft.com/office/drawing/2014/main" id="{C46CE4C6-1602-4B97-ACBE-727B87AA717B}"/>
                </a:ext>
              </a:extLst>
            </p:cNvPr>
            <p:cNvSpPr/>
            <p:nvPr/>
          </p:nvSpPr>
          <p:spPr>
            <a:xfrm>
              <a:off x="405634" y="2780971"/>
              <a:ext cx="4186989" cy="3870731"/>
            </a:xfrm>
            <a:prstGeom prst="roundRect">
              <a:avLst>
                <a:gd name="adj" fmla="val 5337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0" name="Rectángulo: esquinas redondeadas 29">
              <a:extLst>
                <a:ext uri="{FF2B5EF4-FFF2-40B4-BE49-F238E27FC236}">
                  <a16:creationId xmlns:a16="http://schemas.microsoft.com/office/drawing/2014/main" id="{DDEE3012-B501-4C0A-926F-E7FA80F81A9A}"/>
                </a:ext>
              </a:extLst>
            </p:cNvPr>
            <p:cNvSpPr/>
            <p:nvPr/>
          </p:nvSpPr>
          <p:spPr>
            <a:xfrm>
              <a:off x="405634" y="2008453"/>
              <a:ext cx="4186989" cy="4043776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134E85F7-99DD-4E3B-93FC-1BD28F73F0BC}"/>
              </a:ext>
            </a:extLst>
          </p:cNvPr>
          <p:cNvCxnSpPr/>
          <p:nvPr/>
        </p:nvCxnSpPr>
        <p:spPr>
          <a:xfrm>
            <a:off x="0" y="756000"/>
            <a:ext cx="12192000" cy="0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Imagen 1" descr="Un dibujo de una cara feliz&#10;&#10;El contenido generado por IA puede ser incorrecto.">
            <a:extLst>
              <a:ext uri="{FF2B5EF4-FFF2-40B4-BE49-F238E27FC236}">
                <a16:creationId xmlns:a16="http://schemas.microsoft.com/office/drawing/2014/main" id="{1F0CB9B8-702D-0120-A37D-F4185B64E5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5777"/>
            <a:ext cx="2064846" cy="496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51684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ángulo 16">
            <a:extLst>
              <a:ext uri="{FF2B5EF4-FFF2-40B4-BE49-F238E27FC236}">
                <a16:creationId xmlns:a16="http://schemas.microsoft.com/office/drawing/2014/main" id="{E140073E-A400-4B86-8D6C-029DEF77831D}"/>
              </a:ext>
            </a:extLst>
          </p:cNvPr>
          <p:cNvSpPr/>
          <p:nvPr/>
        </p:nvSpPr>
        <p:spPr>
          <a:xfrm>
            <a:off x="-355600" y="-1"/>
            <a:ext cx="12913360" cy="685799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grpSp>
        <p:nvGrpSpPr>
          <p:cNvPr id="16" name="Grupo 15">
            <a:extLst>
              <a:ext uri="{FF2B5EF4-FFF2-40B4-BE49-F238E27FC236}">
                <a16:creationId xmlns:a16="http://schemas.microsoft.com/office/drawing/2014/main" id="{C8621773-0BA8-4F8C-B1C0-77765E6A87A3}"/>
              </a:ext>
            </a:extLst>
          </p:cNvPr>
          <p:cNvGrpSpPr/>
          <p:nvPr/>
        </p:nvGrpSpPr>
        <p:grpSpPr>
          <a:xfrm>
            <a:off x="8494999" y="915787"/>
            <a:ext cx="3615719" cy="5698369"/>
            <a:chOff x="405634" y="1815052"/>
            <a:chExt cx="4186991" cy="4836650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12" name="Rectángulo: esquinas redondeadas 11">
              <a:extLst>
                <a:ext uri="{FF2B5EF4-FFF2-40B4-BE49-F238E27FC236}">
                  <a16:creationId xmlns:a16="http://schemas.microsoft.com/office/drawing/2014/main" id="{89945CEF-6007-4437-9EFC-F9DB13FD8755}"/>
                </a:ext>
              </a:extLst>
            </p:cNvPr>
            <p:cNvSpPr/>
            <p:nvPr/>
          </p:nvSpPr>
          <p:spPr>
            <a:xfrm>
              <a:off x="405636" y="1815052"/>
              <a:ext cx="4186989" cy="528544"/>
            </a:xfrm>
            <a:prstGeom prst="roundRect">
              <a:avLst>
                <a:gd name="adj" fmla="val 14937"/>
              </a:avLst>
            </a:prstGeom>
            <a:solidFill>
              <a:srgbClr val="2F5B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4" name="Rectángulo: esquinas redondeadas 13">
              <a:extLst>
                <a:ext uri="{FF2B5EF4-FFF2-40B4-BE49-F238E27FC236}">
                  <a16:creationId xmlns:a16="http://schemas.microsoft.com/office/drawing/2014/main" id="{59940379-02EF-45FF-A1E5-470A9AFC97E4}"/>
                </a:ext>
              </a:extLst>
            </p:cNvPr>
            <p:cNvSpPr/>
            <p:nvPr/>
          </p:nvSpPr>
          <p:spPr>
            <a:xfrm>
              <a:off x="405634" y="2780971"/>
              <a:ext cx="4186989" cy="3870731"/>
            </a:xfrm>
            <a:prstGeom prst="roundRect">
              <a:avLst>
                <a:gd name="adj" fmla="val 5337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15" name="Rectángulo: esquinas redondeadas 14">
              <a:extLst>
                <a:ext uri="{FF2B5EF4-FFF2-40B4-BE49-F238E27FC236}">
                  <a16:creationId xmlns:a16="http://schemas.microsoft.com/office/drawing/2014/main" id="{F1C0630C-E723-4AF8-BC07-BF6F21433717}"/>
                </a:ext>
              </a:extLst>
            </p:cNvPr>
            <p:cNvSpPr/>
            <p:nvPr/>
          </p:nvSpPr>
          <p:spPr>
            <a:xfrm>
              <a:off x="405634" y="2006091"/>
              <a:ext cx="4186989" cy="4046137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grpSp>
        <p:nvGrpSpPr>
          <p:cNvPr id="27" name="Grupo 26">
            <a:extLst>
              <a:ext uri="{FF2B5EF4-FFF2-40B4-BE49-F238E27FC236}">
                <a16:creationId xmlns:a16="http://schemas.microsoft.com/office/drawing/2014/main" id="{B9D2245B-ACA7-4E20-96D2-4C297E7802D7}"/>
              </a:ext>
            </a:extLst>
          </p:cNvPr>
          <p:cNvGrpSpPr/>
          <p:nvPr/>
        </p:nvGrpSpPr>
        <p:grpSpPr>
          <a:xfrm>
            <a:off x="1324579" y="913011"/>
            <a:ext cx="7008228" cy="5701148"/>
            <a:chOff x="405634" y="1815051"/>
            <a:chExt cx="4186991" cy="4836651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28" name="Rectángulo: esquinas redondeadas 27">
              <a:extLst>
                <a:ext uri="{FF2B5EF4-FFF2-40B4-BE49-F238E27FC236}">
                  <a16:creationId xmlns:a16="http://schemas.microsoft.com/office/drawing/2014/main" id="{52097205-1C6C-4433-96DB-C85B2115812E}"/>
                </a:ext>
              </a:extLst>
            </p:cNvPr>
            <p:cNvSpPr/>
            <p:nvPr/>
          </p:nvSpPr>
          <p:spPr>
            <a:xfrm>
              <a:off x="405636" y="1815051"/>
              <a:ext cx="4186989" cy="859398"/>
            </a:xfrm>
            <a:prstGeom prst="roundRect">
              <a:avLst>
                <a:gd name="adj" fmla="val 14937"/>
              </a:avLst>
            </a:prstGeom>
            <a:solidFill>
              <a:srgbClr val="2F5B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9" name="Rectángulo: esquinas redondeadas 28">
              <a:extLst>
                <a:ext uri="{FF2B5EF4-FFF2-40B4-BE49-F238E27FC236}">
                  <a16:creationId xmlns:a16="http://schemas.microsoft.com/office/drawing/2014/main" id="{C46CE4C6-1602-4B97-ACBE-727B87AA717B}"/>
                </a:ext>
              </a:extLst>
            </p:cNvPr>
            <p:cNvSpPr/>
            <p:nvPr/>
          </p:nvSpPr>
          <p:spPr>
            <a:xfrm>
              <a:off x="405634" y="2780971"/>
              <a:ext cx="4186989" cy="3870731"/>
            </a:xfrm>
            <a:prstGeom prst="roundRect">
              <a:avLst>
                <a:gd name="adj" fmla="val 5337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0" name="Rectángulo: esquinas redondeadas 29">
              <a:extLst>
                <a:ext uri="{FF2B5EF4-FFF2-40B4-BE49-F238E27FC236}">
                  <a16:creationId xmlns:a16="http://schemas.microsoft.com/office/drawing/2014/main" id="{DDEE3012-B501-4C0A-926F-E7FA80F81A9A}"/>
                </a:ext>
              </a:extLst>
            </p:cNvPr>
            <p:cNvSpPr/>
            <p:nvPr/>
          </p:nvSpPr>
          <p:spPr>
            <a:xfrm>
              <a:off x="405634" y="2008453"/>
              <a:ext cx="4186989" cy="4043776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134E85F7-99DD-4E3B-93FC-1BD28F73F0BC}"/>
              </a:ext>
            </a:extLst>
          </p:cNvPr>
          <p:cNvCxnSpPr/>
          <p:nvPr/>
        </p:nvCxnSpPr>
        <p:spPr>
          <a:xfrm>
            <a:off x="0" y="756000"/>
            <a:ext cx="12192000" cy="0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Imagen 1" descr="Un dibujo de una cara feliz&#10;&#10;El contenido generado por IA puede ser incorrecto.">
            <a:extLst>
              <a:ext uri="{FF2B5EF4-FFF2-40B4-BE49-F238E27FC236}">
                <a16:creationId xmlns:a16="http://schemas.microsoft.com/office/drawing/2014/main" id="{469D2513-63ED-5E18-5B24-E6AF4E60A8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5777"/>
            <a:ext cx="2064846" cy="496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60735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ángulo 16">
            <a:extLst>
              <a:ext uri="{FF2B5EF4-FFF2-40B4-BE49-F238E27FC236}">
                <a16:creationId xmlns:a16="http://schemas.microsoft.com/office/drawing/2014/main" id="{E140073E-A400-4B86-8D6C-029DEF77831D}"/>
              </a:ext>
            </a:extLst>
          </p:cNvPr>
          <p:cNvSpPr/>
          <p:nvPr/>
        </p:nvSpPr>
        <p:spPr>
          <a:xfrm>
            <a:off x="-355600" y="-1"/>
            <a:ext cx="12913360" cy="685799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grpSp>
        <p:nvGrpSpPr>
          <p:cNvPr id="27" name="Grupo 26">
            <a:extLst>
              <a:ext uri="{FF2B5EF4-FFF2-40B4-BE49-F238E27FC236}">
                <a16:creationId xmlns:a16="http://schemas.microsoft.com/office/drawing/2014/main" id="{B9D2245B-ACA7-4E20-96D2-4C297E7802D7}"/>
              </a:ext>
            </a:extLst>
          </p:cNvPr>
          <p:cNvGrpSpPr/>
          <p:nvPr/>
        </p:nvGrpSpPr>
        <p:grpSpPr>
          <a:xfrm>
            <a:off x="6773984" y="913011"/>
            <a:ext cx="5256000" cy="5458691"/>
            <a:chOff x="405634" y="1815051"/>
            <a:chExt cx="4186991" cy="4836651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28" name="Rectángulo: esquinas redondeadas 27">
              <a:extLst>
                <a:ext uri="{FF2B5EF4-FFF2-40B4-BE49-F238E27FC236}">
                  <a16:creationId xmlns:a16="http://schemas.microsoft.com/office/drawing/2014/main" id="{52097205-1C6C-4433-96DB-C85B2115812E}"/>
                </a:ext>
              </a:extLst>
            </p:cNvPr>
            <p:cNvSpPr/>
            <p:nvPr/>
          </p:nvSpPr>
          <p:spPr>
            <a:xfrm>
              <a:off x="405636" y="1815051"/>
              <a:ext cx="4186989" cy="859398"/>
            </a:xfrm>
            <a:prstGeom prst="roundRect">
              <a:avLst>
                <a:gd name="adj" fmla="val 14937"/>
              </a:avLst>
            </a:prstGeom>
            <a:solidFill>
              <a:srgbClr val="2F5B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9" name="Rectángulo: esquinas redondeadas 28">
              <a:extLst>
                <a:ext uri="{FF2B5EF4-FFF2-40B4-BE49-F238E27FC236}">
                  <a16:creationId xmlns:a16="http://schemas.microsoft.com/office/drawing/2014/main" id="{C46CE4C6-1602-4B97-ACBE-727B87AA717B}"/>
                </a:ext>
              </a:extLst>
            </p:cNvPr>
            <p:cNvSpPr/>
            <p:nvPr/>
          </p:nvSpPr>
          <p:spPr>
            <a:xfrm>
              <a:off x="405634" y="2780971"/>
              <a:ext cx="4186989" cy="3870731"/>
            </a:xfrm>
            <a:prstGeom prst="roundRect">
              <a:avLst>
                <a:gd name="adj" fmla="val 5337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0" name="Rectángulo: esquinas redondeadas 29">
              <a:extLst>
                <a:ext uri="{FF2B5EF4-FFF2-40B4-BE49-F238E27FC236}">
                  <a16:creationId xmlns:a16="http://schemas.microsoft.com/office/drawing/2014/main" id="{DDEE3012-B501-4C0A-926F-E7FA80F81A9A}"/>
                </a:ext>
              </a:extLst>
            </p:cNvPr>
            <p:cNvSpPr/>
            <p:nvPr/>
          </p:nvSpPr>
          <p:spPr>
            <a:xfrm>
              <a:off x="405634" y="2008453"/>
              <a:ext cx="4186989" cy="4043776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134E85F7-99DD-4E3B-93FC-1BD28F73F0BC}"/>
              </a:ext>
            </a:extLst>
          </p:cNvPr>
          <p:cNvCxnSpPr/>
          <p:nvPr/>
        </p:nvCxnSpPr>
        <p:spPr>
          <a:xfrm>
            <a:off x="0" y="756000"/>
            <a:ext cx="12192000" cy="0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Grupo 17">
            <a:extLst>
              <a:ext uri="{FF2B5EF4-FFF2-40B4-BE49-F238E27FC236}">
                <a16:creationId xmlns:a16="http://schemas.microsoft.com/office/drawing/2014/main" id="{04250CD8-82FC-41DF-956B-2F10AC7C4C42}"/>
              </a:ext>
            </a:extLst>
          </p:cNvPr>
          <p:cNvGrpSpPr/>
          <p:nvPr/>
        </p:nvGrpSpPr>
        <p:grpSpPr>
          <a:xfrm>
            <a:off x="1360234" y="913011"/>
            <a:ext cx="5256000" cy="5458691"/>
            <a:chOff x="405634" y="1815051"/>
            <a:chExt cx="4186991" cy="4836651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19" name="Rectángulo: esquinas redondeadas 18">
              <a:extLst>
                <a:ext uri="{FF2B5EF4-FFF2-40B4-BE49-F238E27FC236}">
                  <a16:creationId xmlns:a16="http://schemas.microsoft.com/office/drawing/2014/main" id="{FE0E6E17-BBF8-4B62-B605-34D71D511657}"/>
                </a:ext>
              </a:extLst>
            </p:cNvPr>
            <p:cNvSpPr/>
            <p:nvPr/>
          </p:nvSpPr>
          <p:spPr>
            <a:xfrm>
              <a:off x="405636" y="1815051"/>
              <a:ext cx="4186989" cy="859398"/>
            </a:xfrm>
            <a:prstGeom prst="roundRect">
              <a:avLst>
                <a:gd name="adj" fmla="val 14937"/>
              </a:avLst>
            </a:prstGeom>
            <a:solidFill>
              <a:srgbClr val="2F5B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0" name="Rectángulo: esquinas redondeadas 19">
              <a:extLst>
                <a:ext uri="{FF2B5EF4-FFF2-40B4-BE49-F238E27FC236}">
                  <a16:creationId xmlns:a16="http://schemas.microsoft.com/office/drawing/2014/main" id="{54AE6AF4-50FA-4A81-AE67-394623E09758}"/>
                </a:ext>
              </a:extLst>
            </p:cNvPr>
            <p:cNvSpPr/>
            <p:nvPr/>
          </p:nvSpPr>
          <p:spPr>
            <a:xfrm>
              <a:off x="405634" y="2780971"/>
              <a:ext cx="4186989" cy="3870731"/>
            </a:xfrm>
            <a:prstGeom prst="roundRect">
              <a:avLst>
                <a:gd name="adj" fmla="val 5337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1" name="Rectángulo: esquinas redondeadas 20">
              <a:extLst>
                <a:ext uri="{FF2B5EF4-FFF2-40B4-BE49-F238E27FC236}">
                  <a16:creationId xmlns:a16="http://schemas.microsoft.com/office/drawing/2014/main" id="{67046D1B-0D8A-4FC5-816D-9DC3166B0029}"/>
                </a:ext>
              </a:extLst>
            </p:cNvPr>
            <p:cNvSpPr/>
            <p:nvPr/>
          </p:nvSpPr>
          <p:spPr>
            <a:xfrm>
              <a:off x="405634" y="2008453"/>
              <a:ext cx="4186989" cy="4043776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pic>
        <p:nvPicPr>
          <p:cNvPr id="2" name="Imagen 1" descr="Un dibujo de una cara feliz&#10;&#10;El contenido generado por IA puede ser incorrecto.">
            <a:extLst>
              <a:ext uri="{FF2B5EF4-FFF2-40B4-BE49-F238E27FC236}">
                <a16:creationId xmlns:a16="http://schemas.microsoft.com/office/drawing/2014/main" id="{FDDEFA07-0F96-A8E5-39E7-355B5BB0DF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5777"/>
            <a:ext cx="2064846" cy="496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24964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ángulo 16">
            <a:extLst>
              <a:ext uri="{FF2B5EF4-FFF2-40B4-BE49-F238E27FC236}">
                <a16:creationId xmlns:a16="http://schemas.microsoft.com/office/drawing/2014/main" id="{E140073E-A400-4B86-8D6C-029DEF77831D}"/>
              </a:ext>
            </a:extLst>
          </p:cNvPr>
          <p:cNvSpPr/>
          <p:nvPr/>
        </p:nvSpPr>
        <p:spPr>
          <a:xfrm>
            <a:off x="-38001" y="-1"/>
            <a:ext cx="12616976" cy="685799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grpSp>
        <p:nvGrpSpPr>
          <p:cNvPr id="27" name="Grupo 26">
            <a:extLst>
              <a:ext uri="{FF2B5EF4-FFF2-40B4-BE49-F238E27FC236}">
                <a16:creationId xmlns:a16="http://schemas.microsoft.com/office/drawing/2014/main" id="{B9D2245B-ACA7-4E20-96D2-4C297E7802D7}"/>
              </a:ext>
            </a:extLst>
          </p:cNvPr>
          <p:cNvGrpSpPr/>
          <p:nvPr/>
        </p:nvGrpSpPr>
        <p:grpSpPr>
          <a:xfrm>
            <a:off x="345440" y="844855"/>
            <a:ext cx="11721632" cy="5708339"/>
            <a:chOff x="405634" y="1815051"/>
            <a:chExt cx="4186991" cy="4836651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28" name="Rectángulo: esquinas redondeadas 27">
              <a:extLst>
                <a:ext uri="{FF2B5EF4-FFF2-40B4-BE49-F238E27FC236}">
                  <a16:creationId xmlns:a16="http://schemas.microsoft.com/office/drawing/2014/main" id="{52097205-1C6C-4433-96DB-C85B2115812E}"/>
                </a:ext>
              </a:extLst>
            </p:cNvPr>
            <p:cNvSpPr/>
            <p:nvPr/>
          </p:nvSpPr>
          <p:spPr>
            <a:xfrm>
              <a:off x="405636" y="1815051"/>
              <a:ext cx="4186989" cy="859398"/>
            </a:xfrm>
            <a:prstGeom prst="roundRect">
              <a:avLst>
                <a:gd name="adj" fmla="val 14937"/>
              </a:avLst>
            </a:prstGeom>
            <a:solidFill>
              <a:srgbClr val="2F5B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9" name="Rectángulo: esquinas redondeadas 28">
              <a:extLst>
                <a:ext uri="{FF2B5EF4-FFF2-40B4-BE49-F238E27FC236}">
                  <a16:creationId xmlns:a16="http://schemas.microsoft.com/office/drawing/2014/main" id="{C46CE4C6-1602-4B97-ACBE-727B87AA717B}"/>
                </a:ext>
              </a:extLst>
            </p:cNvPr>
            <p:cNvSpPr/>
            <p:nvPr/>
          </p:nvSpPr>
          <p:spPr>
            <a:xfrm>
              <a:off x="405634" y="2780971"/>
              <a:ext cx="4186989" cy="3870731"/>
            </a:xfrm>
            <a:prstGeom prst="roundRect">
              <a:avLst>
                <a:gd name="adj" fmla="val 5337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0" name="Rectángulo: esquinas redondeadas 29">
              <a:extLst>
                <a:ext uri="{FF2B5EF4-FFF2-40B4-BE49-F238E27FC236}">
                  <a16:creationId xmlns:a16="http://schemas.microsoft.com/office/drawing/2014/main" id="{DDEE3012-B501-4C0A-926F-E7FA80F81A9A}"/>
                </a:ext>
              </a:extLst>
            </p:cNvPr>
            <p:cNvSpPr/>
            <p:nvPr/>
          </p:nvSpPr>
          <p:spPr>
            <a:xfrm>
              <a:off x="405634" y="2008453"/>
              <a:ext cx="4186989" cy="4043776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134E85F7-99DD-4E3B-93FC-1BD28F73F0BC}"/>
              </a:ext>
            </a:extLst>
          </p:cNvPr>
          <p:cNvCxnSpPr>
            <a:cxnSpLocks/>
          </p:cNvCxnSpPr>
          <p:nvPr/>
        </p:nvCxnSpPr>
        <p:spPr>
          <a:xfrm>
            <a:off x="0" y="745840"/>
            <a:ext cx="12192000" cy="0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Imagen 1" descr="Un dibujo de una cara feliz&#10;&#10;El contenido generado por IA puede ser incorrecto.">
            <a:extLst>
              <a:ext uri="{FF2B5EF4-FFF2-40B4-BE49-F238E27FC236}">
                <a16:creationId xmlns:a16="http://schemas.microsoft.com/office/drawing/2014/main" id="{1E916170-B19F-9C7C-8832-A4B4F3BB94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260" y="128870"/>
            <a:ext cx="2064846" cy="496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80090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ángulo 16">
            <a:extLst>
              <a:ext uri="{FF2B5EF4-FFF2-40B4-BE49-F238E27FC236}">
                <a16:creationId xmlns:a16="http://schemas.microsoft.com/office/drawing/2014/main" id="{E140073E-A400-4B86-8D6C-029DEF77831D}"/>
              </a:ext>
            </a:extLst>
          </p:cNvPr>
          <p:cNvSpPr/>
          <p:nvPr/>
        </p:nvSpPr>
        <p:spPr>
          <a:xfrm>
            <a:off x="-355600" y="0"/>
            <a:ext cx="12913360" cy="685799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grpSp>
        <p:nvGrpSpPr>
          <p:cNvPr id="16" name="Grupo 15">
            <a:extLst>
              <a:ext uri="{FF2B5EF4-FFF2-40B4-BE49-F238E27FC236}">
                <a16:creationId xmlns:a16="http://schemas.microsoft.com/office/drawing/2014/main" id="{C8621773-0BA8-4F8C-B1C0-77765E6A87A3}"/>
              </a:ext>
            </a:extLst>
          </p:cNvPr>
          <p:cNvGrpSpPr/>
          <p:nvPr/>
        </p:nvGrpSpPr>
        <p:grpSpPr>
          <a:xfrm>
            <a:off x="330010" y="928360"/>
            <a:ext cx="3643850" cy="5458691"/>
            <a:chOff x="405634" y="1815051"/>
            <a:chExt cx="4186991" cy="4836651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12" name="Rectángulo: esquinas redondeadas 11">
              <a:extLst>
                <a:ext uri="{FF2B5EF4-FFF2-40B4-BE49-F238E27FC236}">
                  <a16:creationId xmlns:a16="http://schemas.microsoft.com/office/drawing/2014/main" id="{89945CEF-6007-4437-9EFC-F9DB13FD8755}"/>
                </a:ext>
              </a:extLst>
            </p:cNvPr>
            <p:cNvSpPr/>
            <p:nvPr/>
          </p:nvSpPr>
          <p:spPr>
            <a:xfrm>
              <a:off x="405636" y="1815051"/>
              <a:ext cx="4186989" cy="859398"/>
            </a:xfrm>
            <a:prstGeom prst="roundRect">
              <a:avLst>
                <a:gd name="adj" fmla="val 14937"/>
              </a:avLst>
            </a:prstGeom>
            <a:solidFill>
              <a:srgbClr val="2F5B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4" name="Rectángulo: esquinas redondeadas 13">
              <a:extLst>
                <a:ext uri="{FF2B5EF4-FFF2-40B4-BE49-F238E27FC236}">
                  <a16:creationId xmlns:a16="http://schemas.microsoft.com/office/drawing/2014/main" id="{59940379-02EF-45FF-A1E5-470A9AFC97E4}"/>
                </a:ext>
              </a:extLst>
            </p:cNvPr>
            <p:cNvSpPr/>
            <p:nvPr/>
          </p:nvSpPr>
          <p:spPr>
            <a:xfrm>
              <a:off x="405634" y="2780971"/>
              <a:ext cx="4186989" cy="3870731"/>
            </a:xfrm>
            <a:prstGeom prst="roundRect">
              <a:avLst>
                <a:gd name="adj" fmla="val 5337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5" name="Rectángulo: esquinas redondeadas 14">
              <a:extLst>
                <a:ext uri="{FF2B5EF4-FFF2-40B4-BE49-F238E27FC236}">
                  <a16:creationId xmlns:a16="http://schemas.microsoft.com/office/drawing/2014/main" id="{F1C0630C-E723-4AF8-BC07-BF6F21433717}"/>
                </a:ext>
              </a:extLst>
            </p:cNvPr>
            <p:cNvSpPr/>
            <p:nvPr/>
          </p:nvSpPr>
          <p:spPr>
            <a:xfrm>
              <a:off x="405634" y="2008453"/>
              <a:ext cx="4186989" cy="4043776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grpSp>
        <p:nvGrpSpPr>
          <p:cNvPr id="27" name="Grupo 26">
            <a:extLst>
              <a:ext uri="{FF2B5EF4-FFF2-40B4-BE49-F238E27FC236}">
                <a16:creationId xmlns:a16="http://schemas.microsoft.com/office/drawing/2014/main" id="{B9D2245B-ACA7-4E20-96D2-4C297E7802D7}"/>
              </a:ext>
            </a:extLst>
          </p:cNvPr>
          <p:cNvGrpSpPr/>
          <p:nvPr/>
        </p:nvGrpSpPr>
        <p:grpSpPr>
          <a:xfrm>
            <a:off x="4274075" y="928360"/>
            <a:ext cx="7745748" cy="5458691"/>
            <a:chOff x="405634" y="1815051"/>
            <a:chExt cx="4186991" cy="4836651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28" name="Rectángulo: esquinas redondeadas 27">
              <a:extLst>
                <a:ext uri="{FF2B5EF4-FFF2-40B4-BE49-F238E27FC236}">
                  <a16:creationId xmlns:a16="http://schemas.microsoft.com/office/drawing/2014/main" id="{52097205-1C6C-4433-96DB-C85B2115812E}"/>
                </a:ext>
              </a:extLst>
            </p:cNvPr>
            <p:cNvSpPr/>
            <p:nvPr/>
          </p:nvSpPr>
          <p:spPr>
            <a:xfrm>
              <a:off x="405636" y="1815051"/>
              <a:ext cx="4186989" cy="859398"/>
            </a:xfrm>
            <a:prstGeom prst="roundRect">
              <a:avLst>
                <a:gd name="adj" fmla="val 14937"/>
              </a:avLst>
            </a:prstGeom>
            <a:solidFill>
              <a:srgbClr val="2F5B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29" name="Rectángulo: esquinas redondeadas 28">
              <a:extLst>
                <a:ext uri="{FF2B5EF4-FFF2-40B4-BE49-F238E27FC236}">
                  <a16:creationId xmlns:a16="http://schemas.microsoft.com/office/drawing/2014/main" id="{C46CE4C6-1602-4B97-ACBE-727B87AA717B}"/>
                </a:ext>
              </a:extLst>
            </p:cNvPr>
            <p:cNvSpPr/>
            <p:nvPr/>
          </p:nvSpPr>
          <p:spPr>
            <a:xfrm>
              <a:off x="405634" y="2780971"/>
              <a:ext cx="4186989" cy="3870731"/>
            </a:xfrm>
            <a:prstGeom prst="roundRect">
              <a:avLst>
                <a:gd name="adj" fmla="val 5337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0" name="Rectángulo: esquinas redondeadas 29">
              <a:extLst>
                <a:ext uri="{FF2B5EF4-FFF2-40B4-BE49-F238E27FC236}">
                  <a16:creationId xmlns:a16="http://schemas.microsoft.com/office/drawing/2014/main" id="{DDEE3012-B501-4C0A-926F-E7FA80F81A9A}"/>
                </a:ext>
              </a:extLst>
            </p:cNvPr>
            <p:cNvSpPr/>
            <p:nvPr/>
          </p:nvSpPr>
          <p:spPr>
            <a:xfrm>
              <a:off x="405634" y="2008453"/>
              <a:ext cx="4186989" cy="4043776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134E85F7-99DD-4E3B-93FC-1BD28F73F0BC}"/>
              </a:ext>
            </a:extLst>
          </p:cNvPr>
          <p:cNvCxnSpPr/>
          <p:nvPr/>
        </p:nvCxnSpPr>
        <p:spPr>
          <a:xfrm>
            <a:off x="0" y="779109"/>
            <a:ext cx="12192000" cy="0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Imagen 1" descr="Un dibujo de una cara feliz&#10;&#10;El contenido generado por IA puede ser incorrecto.">
            <a:extLst>
              <a:ext uri="{FF2B5EF4-FFF2-40B4-BE49-F238E27FC236}">
                <a16:creationId xmlns:a16="http://schemas.microsoft.com/office/drawing/2014/main" id="{2CA86F30-D072-47F1-6318-5B54737E94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5777"/>
            <a:ext cx="2064846" cy="496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67535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ángulo 16">
            <a:extLst>
              <a:ext uri="{FF2B5EF4-FFF2-40B4-BE49-F238E27FC236}">
                <a16:creationId xmlns:a16="http://schemas.microsoft.com/office/drawing/2014/main" id="{E140073E-A400-4B86-8D6C-029DEF77831D}"/>
              </a:ext>
            </a:extLst>
          </p:cNvPr>
          <p:cNvSpPr/>
          <p:nvPr/>
        </p:nvSpPr>
        <p:spPr>
          <a:xfrm>
            <a:off x="1168400" y="589280"/>
            <a:ext cx="9570720" cy="55473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grpSp>
        <p:nvGrpSpPr>
          <p:cNvPr id="16" name="Grupo 15">
            <a:extLst>
              <a:ext uri="{FF2B5EF4-FFF2-40B4-BE49-F238E27FC236}">
                <a16:creationId xmlns:a16="http://schemas.microsoft.com/office/drawing/2014/main" id="{C8621773-0BA8-4F8C-B1C0-77765E6A87A3}"/>
              </a:ext>
            </a:extLst>
          </p:cNvPr>
          <p:cNvGrpSpPr/>
          <p:nvPr/>
        </p:nvGrpSpPr>
        <p:grpSpPr>
          <a:xfrm>
            <a:off x="3007360" y="1462057"/>
            <a:ext cx="6023046" cy="3933886"/>
            <a:chOff x="405634" y="1815051"/>
            <a:chExt cx="4186991" cy="4836651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12" name="Rectángulo: esquinas redondeadas 11">
              <a:extLst>
                <a:ext uri="{FF2B5EF4-FFF2-40B4-BE49-F238E27FC236}">
                  <a16:creationId xmlns:a16="http://schemas.microsoft.com/office/drawing/2014/main" id="{89945CEF-6007-4437-9EFC-F9DB13FD8755}"/>
                </a:ext>
              </a:extLst>
            </p:cNvPr>
            <p:cNvSpPr/>
            <p:nvPr/>
          </p:nvSpPr>
          <p:spPr>
            <a:xfrm>
              <a:off x="405636" y="1815051"/>
              <a:ext cx="4186989" cy="859398"/>
            </a:xfrm>
            <a:prstGeom prst="roundRect">
              <a:avLst>
                <a:gd name="adj" fmla="val 14937"/>
              </a:avLst>
            </a:prstGeom>
            <a:solidFill>
              <a:srgbClr val="2F5B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4" name="Rectángulo: esquinas redondeadas 13">
              <a:extLst>
                <a:ext uri="{FF2B5EF4-FFF2-40B4-BE49-F238E27FC236}">
                  <a16:creationId xmlns:a16="http://schemas.microsoft.com/office/drawing/2014/main" id="{59940379-02EF-45FF-A1E5-470A9AFC97E4}"/>
                </a:ext>
              </a:extLst>
            </p:cNvPr>
            <p:cNvSpPr/>
            <p:nvPr/>
          </p:nvSpPr>
          <p:spPr>
            <a:xfrm>
              <a:off x="405634" y="2780971"/>
              <a:ext cx="4186989" cy="3870731"/>
            </a:xfrm>
            <a:prstGeom prst="roundRect">
              <a:avLst>
                <a:gd name="adj" fmla="val 5337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5" name="Rectángulo: esquinas redondeadas 14">
              <a:extLst>
                <a:ext uri="{FF2B5EF4-FFF2-40B4-BE49-F238E27FC236}">
                  <a16:creationId xmlns:a16="http://schemas.microsoft.com/office/drawing/2014/main" id="{F1C0630C-E723-4AF8-BC07-BF6F21433717}"/>
                </a:ext>
              </a:extLst>
            </p:cNvPr>
            <p:cNvSpPr/>
            <p:nvPr/>
          </p:nvSpPr>
          <p:spPr>
            <a:xfrm>
              <a:off x="405634" y="2008453"/>
              <a:ext cx="4186989" cy="4043776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9231726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ángulo 16">
            <a:extLst>
              <a:ext uri="{FF2B5EF4-FFF2-40B4-BE49-F238E27FC236}">
                <a16:creationId xmlns:a16="http://schemas.microsoft.com/office/drawing/2014/main" id="{E140073E-A400-4B86-8D6C-029DEF77831D}"/>
              </a:ext>
            </a:extLst>
          </p:cNvPr>
          <p:cNvSpPr/>
          <p:nvPr/>
        </p:nvSpPr>
        <p:spPr>
          <a:xfrm>
            <a:off x="1168400" y="589280"/>
            <a:ext cx="9570720" cy="55473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grpSp>
        <p:nvGrpSpPr>
          <p:cNvPr id="16" name="Grupo 15">
            <a:extLst>
              <a:ext uri="{FF2B5EF4-FFF2-40B4-BE49-F238E27FC236}">
                <a16:creationId xmlns:a16="http://schemas.microsoft.com/office/drawing/2014/main" id="{C8621773-0BA8-4F8C-B1C0-77765E6A87A3}"/>
              </a:ext>
            </a:extLst>
          </p:cNvPr>
          <p:cNvGrpSpPr/>
          <p:nvPr/>
        </p:nvGrpSpPr>
        <p:grpSpPr>
          <a:xfrm>
            <a:off x="1971501" y="669089"/>
            <a:ext cx="8248997" cy="5387741"/>
            <a:chOff x="405634" y="1815051"/>
            <a:chExt cx="4186991" cy="4836651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12" name="Rectángulo: esquinas redondeadas 11">
              <a:extLst>
                <a:ext uri="{FF2B5EF4-FFF2-40B4-BE49-F238E27FC236}">
                  <a16:creationId xmlns:a16="http://schemas.microsoft.com/office/drawing/2014/main" id="{89945CEF-6007-4437-9EFC-F9DB13FD8755}"/>
                </a:ext>
              </a:extLst>
            </p:cNvPr>
            <p:cNvSpPr/>
            <p:nvPr/>
          </p:nvSpPr>
          <p:spPr>
            <a:xfrm>
              <a:off x="405636" y="1815051"/>
              <a:ext cx="4186989" cy="859398"/>
            </a:xfrm>
            <a:prstGeom prst="roundRect">
              <a:avLst>
                <a:gd name="adj" fmla="val 14937"/>
              </a:avLst>
            </a:prstGeom>
            <a:solidFill>
              <a:srgbClr val="2F5B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4" name="Rectángulo: esquinas redondeadas 13">
              <a:extLst>
                <a:ext uri="{FF2B5EF4-FFF2-40B4-BE49-F238E27FC236}">
                  <a16:creationId xmlns:a16="http://schemas.microsoft.com/office/drawing/2014/main" id="{59940379-02EF-45FF-A1E5-470A9AFC97E4}"/>
                </a:ext>
              </a:extLst>
            </p:cNvPr>
            <p:cNvSpPr/>
            <p:nvPr/>
          </p:nvSpPr>
          <p:spPr>
            <a:xfrm>
              <a:off x="405634" y="2780971"/>
              <a:ext cx="4186989" cy="3870731"/>
            </a:xfrm>
            <a:prstGeom prst="roundRect">
              <a:avLst>
                <a:gd name="adj" fmla="val 5337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5" name="Rectángulo: esquinas redondeadas 14">
              <a:extLst>
                <a:ext uri="{FF2B5EF4-FFF2-40B4-BE49-F238E27FC236}">
                  <a16:creationId xmlns:a16="http://schemas.microsoft.com/office/drawing/2014/main" id="{F1C0630C-E723-4AF8-BC07-BF6F21433717}"/>
                </a:ext>
              </a:extLst>
            </p:cNvPr>
            <p:cNvSpPr/>
            <p:nvPr/>
          </p:nvSpPr>
          <p:spPr>
            <a:xfrm>
              <a:off x="405634" y="2008453"/>
              <a:ext cx="4186989" cy="4043776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15982418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8DAF3A-CCDC-38A3-EEA3-DEC514DB6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5" name="Marcador de contenido 4" descr="Un par de botellas de vino&#10;&#10;El contenido generado por IA puede ser incorrecto.">
            <a:extLst>
              <a:ext uri="{FF2B5EF4-FFF2-40B4-BE49-F238E27FC236}">
                <a16:creationId xmlns:a16="http://schemas.microsoft.com/office/drawing/2014/main" id="{16263AAD-0177-92C6-5473-446CD850B0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227" y="792664"/>
            <a:ext cx="3600000" cy="2405647"/>
          </a:xfrm>
        </p:spPr>
      </p:pic>
      <p:pic>
        <p:nvPicPr>
          <p:cNvPr id="7" name="Imagen 6" descr="Un escritorio de madera&#10;&#10;El contenido generado por IA puede ser incorrecto.">
            <a:extLst>
              <a:ext uri="{FF2B5EF4-FFF2-40B4-BE49-F238E27FC236}">
                <a16:creationId xmlns:a16="http://schemas.microsoft.com/office/drawing/2014/main" id="{F07FFFDF-A12C-A952-50CA-0D78F8FD11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5370" y="220482"/>
            <a:ext cx="3600000" cy="2405647"/>
          </a:xfrm>
          <a:prstGeom prst="rect">
            <a:avLst/>
          </a:prstGeom>
        </p:spPr>
      </p:pic>
      <p:pic>
        <p:nvPicPr>
          <p:cNvPr id="9" name="Imagen 8" descr="Computadora portátil sobre una mesa&#10;&#10;El contenido generado por IA puede ser incorrecto.">
            <a:extLst>
              <a:ext uri="{FF2B5EF4-FFF2-40B4-BE49-F238E27FC236}">
                <a16:creationId xmlns:a16="http://schemas.microsoft.com/office/drawing/2014/main" id="{C976A8E1-C484-C434-A883-CF5D0521862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3886" y="2538119"/>
            <a:ext cx="3600000" cy="2397177"/>
          </a:xfrm>
          <a:prstGeom prst="rect">
            <a:avLst/>
          </a:prstGeom>
        </p:spPr>
      </p:pic>
      <p:pic>
        <p:nvPicPr>
          <p:cNvPr id="11" name="Imagen 10" descr="Cámara fotográfica sobre la mesa&#10;&#10;El contenido generado por IA puede ser incorrecto.">
            <a:extLst>
              <a:ext uri="{FF2B5EF4-FFF2-40B4-BE49-F238E27FC236}">
                <a16:creationId xmlns:a16="http://schemas.microsoft.com/office/drawing/2014/main" id="{FDA417E6-6514-0041-8A0F-9367A430F84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6000" y="4665020"/>
            <a:ext cx="3600000" cy="2405647"/>
          </a:xfrm>
          <a:prstGeom prst="rect">
            <a:avLst/>
          </a:prstGeom>
        </p:spPr>
      </p:pic>
      <p:pic>
        <p:nvPicPr>
          <p:cNvPr id="13" name="Imagen 12" descr="Imagen que contiene interior, electrónica, tabla, computadora&#10;&#10;El contenido generado por IA puede ser incorrecto.">
            <a:extLst>
              <a:ext uri="{FF2B5EF4-FFF2-40B4-BE49-F238E27FC236}">
                <a16:creationId xmlns:a16="http://schemas.microsoft.com/office/drawing/2014/main" id="{D8DF4F41-CC49-2504-3F5C-041C95BE321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6773" y="4087228"/>
            <a:ext cx="3600000" cy="2405647"/>
          </a:xfrm>
          <a:prstGeom prst="rect">
            <a:avLst/>
          </a:prstGeom>
        </p:spPr>
      </p:pic>
      <p:pic>
        <p:nvPicPr>
          <p:cNvPr id="15" name="Imagen 14" descr="Un ratón de computadora&#10;&#10;El contenido generado por IA puede ser incorrecto.">
            <a:extLst>
              <a:ext uri="{FF2B5EF4-FFF2-40B4-BE49-F238E27FC236}">
                <a16:creationId xmlns:a16="http://schemas.microsoft.com/office/drawing/2014/main" id="{78279E1F-3A2A-B3FD-2A62-5B8CCED33DB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227" y="3970804"/>
            <a:ext cx="3600000" cy="2405647"/>
          </a:xfrm>
          <a:prstGeom prst="rect">
            <a:avLst/>
          </a:prstGeom>
        </p:spPr>
      </p:pic>
      <p:pic>
        <p:nvPicPr>
          <p:cNvPr id="17" name="Imagen 16" descr="Imagen de la pantalla de un celular en la mano&#10;&#10;El contenido generado por IA puede ser incorrecto.">
            <a:extLst>
              <a:ext uri="{FF2B5EF4-FFF2-40B4-BE49-F238E27FC236}">
                <a16:creationId xmlns:a16="http://schemas.microsoft.com/office/drawing/2014/main" id="{CF446A21-D461-726E-6FCA-B9FEF907273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6768" y="365125"/>
            <a:ext cx="3600000" cy="2405647"/>
          </a:xfrm>
          <a:prstGeom prst="rect">
            <a:avLst/>
          </a:prstGeom>
        </p:spPr>
      </p:pic>
      <p:pic>
        <p:nvPicPr>
          <p:cNvPr id="21" name="Imagen 20" descr="Cocina con estantes de madera&#10;&#10;El contenido generado por IA puede ser incorrecto.">
            <a:extLst>
              <a:ext uri="{FF2B5EF4-FFF2-40B4-BE49-F238E27FC236}">
                <a16:creationId xmlns:a16="http://schemas.microsoft.com/office/drawing/2014/main" id="{D4CE465C-B5BD-30F7-11D4-7F511073983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2955" y="3136250"/>
            <a:ext cx="2158730" cy="1384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21027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F9D963-9414-0FB0-6D76-DECCA0A511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6AD6F86C-AFD8-423A-8903-508DB526E4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2325" y="2245037"/>
            <a:ext cx="571429" cy="571429"/>
          </a:xfr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168CC2A1-8964-7D24-7960-012097FE0F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6425" y="2145557"/>
            <a:ext cx="571429" cy="571429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1712D66B-CD6F-170B-FC5E-690FF5BF22E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0555" y="2191695"/>
            <a:ext cx="571429" cy="571429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124B97F7-31CD-504B-820F-68F3BAECBF5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4655" y="2191696"/>
            <a:ext cx="558730" cy="571429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87DEC38F-D2F2-CDB8-E0C2-51A2DFD5DC8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3865" y="2289311"/>
            <a:ext cx="571429" cy="571429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A582494B-D0E2-FB96-7186-6460896D810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124" y="3653406"/>
            <a:ext cx="571429" cy="571429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9721DF62-3951-5B75-F63F-959B006422F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0743" y="3653406"/>
            <a:ext cx="571429" cy="571429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80E09B5C-DD2A-DD0B-E7F2-5CC380DEEED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9362" y="3653406"/>
            <a:ext cx="571429" cy="571429"/>
          </a:xfrm>
          <a:prstGeom prst="rect">
            <a:avLst/>
          </a:prstGeom>
        </p:spPr>
      </p:pic>
      <p:pic>
        <p:nvPicPr>
          <p:cNvPr id="21" name="Imagen 20">
            <a:extLst>
              <a:ext uri="{FF2B5EF4-FFF2-40B4-BE49-F238E27FC236}">
                <a16:creationId xmlns:a16="http://schemas.microsoft.com/office/drawing/2014/main" id="{CD60D214-DE06-C44E-7E6D-3657CCCF5DB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7981" y="3653406"/>
            <a:ext cx="571429" cy="571429"/>
          </a:xfrm>
          <a:prstGeom prst="rect">
            <a:avLst/>
          </a:prstGeom>
        </p:spPr>
      </p:pic>
      <p:pic>
        <p:nvPicPr>
          <p:cNvPr id="23" name="Imagen 22">
            <a:extLst>
              <a:ext uri="{FF2B5EF4-FFF2-40B4-BE49-F238E27FC236}">
                <a16:creationId xmlns:a16="http://schemas.microsoft.com/office/drawing/2014/main" id="{756FFE3E-AE18-D461-68F0-6E987A2AE978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6600" y="3653406"/>
            <a:ext cx="558730" cy="571429"/>
          </a:xfrm>
          <a:prstGeom prst="rect">
            <a:avLst/>
          </a:prstGeom>
        </p:spPr>
      </p:pic>
      <p:pic>
        <p:nvPicPr>
          <p:cNvPr id="25" name="Imagen 24">
            <a:extLst>
              <a:ext uri="{FF2B5EF4-FFF2-40B4-BE49-F238E27FC236}">
                <a16:creationId xmlns:a16="http://schemas.microsoft.com/office/drawing/2014/main" id="{6B88426D-7822-C755-37A2-ED713AB5E578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2520" y="3653406"/>
            <a:ext cx="571429" cy="571429"/>
          </a:xfrm>
          <a:prstGeom prst="rect">
            <a:avLst/>
          </a:prstGeom>
        </p:spPr>
      </p:pic>
      <p:pic>
        <p:nvPicPr>
          <p:cNvPr id="27" name="Imagen 26">
            <a:extLst>
              <a:ext uri="{FF2B5EF4-FFF2-40B4-BE49-F238E27FC236}">
                <a16:creationId xmlns:a16="http://schemas.microsoft.com/office/drawing/2014/main" id="{793EC8F0-0074-C697-C704-DE0F2B674AF3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1139" y="3653406"/>
            <a:ext cx="571429" cy="571429"/>
          </a:xfrm>
          <a:prstGeom prst="rect">
            <a:avLst/>
          </a:prstGeom>
        </p:spPr>
      </p:pic>
      <p:pic>
        <p:nvPicPr>
          <p:cNvPr id="29" name="Imagen 28">
            <a:extLst>
              <a:ext uri="{FF2B5EF4-FFF2-40B4-BE49-F238E27FC236}">
                <a16:creationId xmlns:a16="http://schemas.microsoft.com/office/drawing/2014/main" id="{10DDDFDA-75B3-736B-083E-A7F7895F0734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9756" y="3653406"/>
            <a:ext cx="571429" cy="571429"/>
          </a:xfrm>
          <a:prstGeom prst="rect">
            <a:avLst/>
          </a:prstGeom>
        </p:spPr>
      </p:pic>
      <p:pic>
        <p:nvPicPr>
          <p:cNvPr id="4" name="Gráfico 3" descr="Portátil con relleno sólido">
            <a:extLst>
              <a:ext uri="{FF2B5EF4-FFF2-40B4-BE49-F238E27FC236}">
                <a16:creationId xmlns:a16="http://schemas.microsoft.com/office/drawing/2014/main" id="{9AB00B3B-5DC0-355F-F481-440DACFD0E2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442960" y="2073551"/>
            <a:ext cx="914400" cy="914400"/>
          </a:xfrm>
          <a:prstGeom prst="rect">
            <a:avLst/>
          </a:prstGeom>
        </p:spPr>
      </p:pic>
      <p:pic>
        <p:nvPicPr>
          <p:cNvPr id="8" name="Gráfico 7" descr="Monedas contorno">
            <a:extLst>
              <a:ext uri="{FF2B5EF4-FFF2-40B4-BE49-F238E27FC236}">
                <a16:creationId xmlns:a16="http://schemas.microsoft.com/office/drawing/2014/main" id="{833DD760-1B75-98D3-9E15-533F1910547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9693878" y="1988673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69412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90FDD3-22EE-5C93-3C60-828BF5E836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4963C6-7AF7-DFFA-A346-D5FFCF6DB5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1480" y="356156"/>
            <a:ext cx="4158343" cy="699180"/>
          </a:xfrm>
        </p:spPr>
        <p:txBody>
          <a:bodyPr>
            <a:normAutofit fontScale="90000"/>
          </a:bodyPr>
          <a:lstStyle/>
          <a:p>
            <a:r>
              <a:rPr lang="es-ES" dirty="0"/>
              <a:t>Logos</a:t>
            </a:r>
          </a:p>
        </p:txBody>
      </p:sp>
      <p:pic>
        <p:nvPicPr>
          <p:cNvPr id="5" name="Imagen 4" descr="Logotipo&#10;&#10;El contenido generado por IA puede ser incorrecto.">
            <a:extLst>
              <a:ext uri="{FF2B5EF4-FFF2-40B4-BE49-F238E27FC236}">
                <a16:creationId xmlns:a16="http://schemas.microsoft.com/office/drawing/2014/main" id="{1FE7600D-12F9-F0C1-1A34-E10466505A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8769" y="1675244"/>
            <a:ext cx="6337271" cy="1532413"/>
          </a:xfrm>
          <a:prstGeom prst="rect">
            <a:avLst/>
          </a:prstGeom>
        </p:spPr>
      </p:pic>
      <p:pic>
        <p:nvPicPr>
          <p:cNvPr id="13" name="Imagen 12" descr="Icono&#10;&#10;El contenido generado por IA puede ser incorrecto.">
            <a:extLst>
              <a:ext uri="{FF2B5EF4-FFF2-40B4-BE49-F238E27FC236}">
                <a16:creationId xmlns:a16="http://schemas.microsoft.com/office/drawing/2014/main" id="{96E61CD4-2F01-1B20-A9D0-23AC975C1E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471" y="4310720"/>
            <a:ext cx="1709057" cy="1709057"/>
          </a:xfrm>
          <a:prstGeom prst="rect">
            <a:avLst/>
          </a:prstGeom>
        </p:spPr>
      </p:pic>
      <p:pic>
        <p:nvPicPr>
          <p:cNvPr id="8" name="Imagen 7" descr="Logotipo&#10;&#10;El contenido generado por IA puede ser incorrecto.">
            <a:extLst>
              <a:ext uri="{FF2B5EF4-FFF2-40B4-BE49-F238E27FC236}">
                <a16:creationId xmlns:a16="http://schemas.microsoft.com/office/drawing/2014/main" id="{76EBB48B-105D-63EC-FA6A-B40CB67F0F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5354"/>
          <a:stretch>
            <a:fillRect/>
          </a:stretch>
        </p:blipFill>
        <p:spPr>
          <a:xfrm>
            <a:off x="3721341" y="4270251"/>
            <a:ext cx="1561859" cy="1532413"/>
          </a:xfrm>
          <a:prstGeom prst="rect">
            <a:avLst/>
          </a:prstGeom>
        </p:spPr>
      </p:pic>
      <p:pic>
        <p:nvPicPr>
          <p:cNvPr id="9" name="Imagen 8" descr="Logotipo&#10;&#10;El contenido generado por IA puede ser incorrecto.">
            <a:extLst>
              <a:ext uri="{FF2B5EF4-FFF2-40B4-BE49-F238E27FC236}">
                <a16:creationId xmlns:a16="http://schemas.microsoft.com/office/drawing/2014/main" id="{7518358B-9C17-2973-2936-71406C8E8E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60"/>
          <a:stretch>
            <a:fillRect/>
          </a:stretch>
        </p:blipFill>
        <p:spPr>
          <a:xfrm>
            <a:off x="6683830" y="4216377"/>
            <a:ext cx="4768154" cy="1532413"/>
          </a:xfrm>
          <a:prstGeom prst="rect">
            <a:avLst/>
          </a:prstGeom>
        </p:spPr>
      </p:pic>
      <p:pic>
        <p:nvPicPr>
          <p:cNvPr id="10" name="Imagen 9" descr="Un dibujo de una cara feliz&#10;&#10;El contenido generado por IA puede ser incorrecto.">
            <a:extLst>
              <a:ext uri="{FF2B5EF4-FFF2-40B4-BE49-F238E27FC236}">
                <a16:creationId xmlns:a16="http://schemas.microsoft.com/office/drawing/2014/main" id="{EC9CAD7D-0F3F-FD3C-32F8-0667D4E8738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710" y="2298813"/>
            <a:ext cx="2064846" cy="496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546565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Personalizado 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A4183"/>
      </a:accent1>
      <a:accent2>
        <a:srgbClr val="ED7D31"/>
      </a:accent2>
      <a:accent3>
        <a:srgbClr val="A5A5A5"/>
      </a:accent3>
      <a:accent4>
        <a:srgbClr val="FFC000"/>
      </a:accent4>
      <a:accent5>
        <a:srgbClr val="2966CF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4787BF7-2BB7-49D9-81CC-29AB8B7A89E7}">
  <we:reference id="wa200010001" version="1.0.0.1" store="es-ES" storeType="OMEX"/>
  <we:alternateReferences>
    <we:reference id="WA200010001" version="1.0.0.1" store="" storeType="OMEX"/>
  </we:alternateReferences>
  <we:properties>
    <we:property name="claude.fileId" value="&quot;9c2eec6c-cd34-4ca2-a423-092035f673f3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</Words>
  <Application>Microsoft Office PowerPoint</Application>
  <PresentationFormat>Panorámica</PresentationFormat>
  <Paragraphs>3</Paragraphs>
  <Slides>21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21</vt:i4>
      </vt:variant>
    </vt:vector>
  </HeadingPairs>
  <TitlesOfParts>
    <vt:vector size="25" baseType="lpstr">
      <vt:lpstr>Arial</vt:lpstr>
      <vt:lpstr>Calibri</vt:lpstr>
      <vt:lpstr>Calibri Light</vt:lpstr>
      <vt:lpstr>Tema de Office</vt:lpstr>
      <vt:lpstr>Plantillas CONTOSO</vt:lpstr>
      <vt:lpstr>Iconos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Logos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JUAN NAYA ESTRADA</dc:creator>
  <cp:lastModifiedBy>JUAN NAYA</cp:lastModifiedBy>
  <cp:revision>8</cp:revision>
  <dcterms:created xsi:type="dcterms:W3CDTF">2020-09-30T04:37:38Z</dcterms:created>
  <dcterms:modified xsi:type="dcterms:W3CDTF">2026-04-08T15:23:04Z</dcterms:modified>
</cp:coreProperties>
</file>